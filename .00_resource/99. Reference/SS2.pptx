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9" r:id="rId1"/>
  </p:sldMasterIdLst>
  <p:notesMasterIdLst>
    <p:notesMasterId r:id="rId23"/>
  </p:notesMasterIdLst>
  <p:sldIdLst>
    <p:sldId id="256" r:id="rId2"/>
    <p:sldId id="261" r:id="rId3"/>
    <p:sldId id="263" r:id="rId4"/>
    <p:sldId id="264" r:id="rId5"/>
    <p:sldId id="265" r:id="rId6"/>
    <p:sldId id="262" r:id="rId7"/>
    <p:sldId id="266" r:id="rId8"/>
    <p:sldId id="267" r:id="rId9"/>
    <p:sldId id="268" r:id="rId10"/>
    <p:sldId id="269" r:id="rId11"/>
    <p:sldId id="270" r:id="rId12"/>
    <p:sldId id="271" r:id="rId13"/>
    <p:sldId id="272" r:id="rId14"/>
    <p:sldId id="273" r:id="rId15"/>
    <p:sldId id="274" r:id="rId16"/>
    <p:sldId id="275" r:id="rId17"/>
    <p:sldId id="276" r:id="rId18"/>
    <p:sldId id="280" r:id="rId19"/>
    <p:sldId id="277" r:id="rId20"/>
    <p:sldId id="278" r:id="rId21"/>
    <p:sldId id="279" r:id="rId22"/>
  </p:sldIdLst>
  <p:sldSz cx="9144000" cy="6858000" type="screen4x3"/>
  <p:notesSz cx="6858000" cy="9144000"/>
  <p:custDataLst>
    <p:tags r:id="rId24"/>
  </p:custDataLst>
  <p:defaultTextStyle>
    <a:defPPr>
      <a:defRPr lang="en-US"/>
    </a:defPPr>
    <a:lvl1pPr algn="l" rtl="0" eaLnBrk="0" fontAlgn="base" hangingPunct="0">
      <a:spcBef>
        <a:spcPct val="0"/>
      </a:spcBef>
      <a:spcAft>
        <a:spcPct val="0"/>
      </a:spcAft>
      <a:defRPr sz="2400" kern="1200">
        <a:solidFill>
          <a:schemeClr val="tx1"/>
        </a:solidFill>
        <a:latin typeface="Arial" charset="0"/>
        <a:ea typeface="+mn-ea"/>
        <a:cs typeface="+mn-cs"/>
      </a:defRPr>
    </a:lvl1pPr>
    <a:lvl2pPr marL="457200" algn="l" rtl="0" eaLnBrk="0" fontAlgn="base" hangingPunct="0">
      <a:spcBef>
        <a:spcPct val="0"/>
      </a:spcBef>
      <a:spcAft>
        <a:spcPct val="0"/>
      </a:spcAft>
      <a:defRPr sz="2400" kern="1200">
        <a:solidFill>
          <a:schemeClr val="tx1"/>
        </a:solidFill>
        <a:latin typeface="Arial" charset="0"/>
        <a:ea typeface="+mn-ea"/>
        <a:cs typeface="+mn-cs"/>
      </a:defRPr>
    </a:lvl2pPr>
    <a:lvl3pPr marL="914400" algn="l" rtl="0" eaLnBrk="0" fontAlgn="base" hangingPunct="0">
      <a:spcBef>
        <a:spcPct val="0"/>
      </a:spcBef>
      <a:spcAft>
        <a:spcPct val="0"/>
      </a:spcAft>
      <a:defRPr sz="2400" kern="1200">
        <a:solidFill>
          <a:schemeClr val="tx1"/>
        </a:solidFill>
        <a:latin typeface="Arial" charset="0"/>
        <a:ea typeface="+mn-ea"/>
        <a:cs typeface="+mn-cs"/>
      </a:defRPr>
    </a:lvl3pPr>
    <a:lvl4pPr marL="1371600" algn="l" rtl="0" eaLnBrk="0" fontAlgn="base" hangingPunct="0">
      <a:spcBef>
        <a:spcPct val="0"/>
      </a:spcBef>
      <a:spcAft>
        <a:spcPct val="0"/>
      </a:spcAft>
      <a:defRPr sz="2400" kern="1200">
        <a:solidFill>
          <a:schemeClr val="tx1"/>
        </a:solidFill>
        <a:latin typeface="Arial" charset="0"/>
        <a:ea typeface="+mn-ea"/>
        <a:cs typeface="+mn-cs"/>
      </a:defRPr>
    </a:lvl4pPr>
    <a:lvl5pPr marL="1828800" algn="l"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33"/>
    <a:srgbClr val="663300"/>
    <a:srgbClr val="0000FF"/>
    <a:srgbClr val="000066"/>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55" autoAdjust="0"/>
    <p:restoredTop sz="94660"/>
  </p:normalViewPr>
  <p:slideViewPr>
    <p:cSldViewPr>
      <p:cViewPr varScale="1">
        <p:scale>
          <a:sx n="81" d="100"/>
          <a:sy n="81" d="100"/>
        </p:scale>
        <p:origin x="1546"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7D14D8-96A0-4CD3-89E9-8DD612485F6C}"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4999D8EB-6958-4E39-BFFA-1511A2780879}">
      <dgm:prSet phldrT="[Text]"/>
      <dgm:spPr/>
      <dgm:t>
        <a:bodyPr/>
        <a:lstStyle/>
        <a:p>
          <a:r>
            <a:rPr lang="vi-VN" dirty="0"/>
            <a:t>1</a:t>
          </a:r>
          <a:endParaRPr lang="en-US" dirty="0"/>
        </a:p>
      </dgm:t>
    </dgm:pt>
    <dgm:pt modelId="{28DD7B2E-65E7-4A4E-A92F-79BDDF946B56}" type="parTrans" cxnId="{64A879AE-3E1B-40EE-B87E-70B6E57C75E3}">
      <dgm:prSet/>
      <dgm:spPr/>
      <dgm:t>
        <a:bodyPr/>
        <a:lstStyle/>
        <a:p>
          <a:endParaRPr lang="en-US"/>
        </a:p>
      </dgm:t>
    </dgm:pt>
    <dgm:pt modelId="{ED5BB79E-CB79-4B5D-A7CA-96802A7A6979}" type="sibTrans" cxnId="{64A879AE-3E1B-40EE-B87E-70B6E57C75E3}">
      <dgm:prSet/>
      <dgm:spPr/>
      <dgm:t>
        <a:bodyPr/>
        <a:lstStyle/>
        <a:p>
          <a:endParaRPr lang="en-US"/>
        </a:p>
      </dgm:t>
    </dgm:pt>
    <dgm:pt modelId="{08AD2EC8-6FF9-4C1E-8072-D5A97D2B6220}">
      <dgm:prSet phldrT="[Text]"/>
      <dgm:spPr/>
      <dgm:t>
        <a:bodyPr/>
        <a:lstStyle/>
        <a:p>
          <a:r>
            <a:rPr lang="en-US" dirty="0"/>
            <a:t>what </a:t>
          </a:r>
          <a:r>
            <a:rPr lang="en-US" b="1" dirty="0"/>
            <a:t>marketing strategy </a:t>
          </a:r>
          <a:r>
            <a:rPr lang="en-US" dirty="0"/>
            <a:t>and </a:t>
          </a:r>
          <a:r>
            <a:rPr lang="en-US" b="1" dirty="0"/>
            <a:t>marketing strategy planning</a:t>
          </a:r>
          <a:r>
            <a:rPr lang="en-US" dirty="0"/>
            <a:t> are</a:t>
          </a:r>
        </a:p>
      </dgm:t>
    </dgm:pt>
    <dgm:pt modelId="{9FB5E456-003C-4BFF-B974-E2DE2B926C19}" type="parTrans" cxnId="{3E3D36EA-4EB8-4786-887B-17A7C308FE71}">
      <dgm:prSet/>
      <dgm:spPr/>
      <dgm:t>
        <a:bodyPr/>
        <a:lstStyle/>
        <a:p>
          <a:endParaRPr lang="en-US"/>
        </a:p>
      </dgm:t>
    </dgm:pt>
    <dgm:pt modelId="{ADAB0F5E-5EF6-4CB9-B10A-E0AD12BC6262}" type="sibTrans" cxnId="{3E3D36EA-4EB8-4786-887B-17A7C308FE71}">
      <dgm:prSet/>
      <dgm:spPr/>
      <dgm:t>
        <a:bodyPr/>
        <a:lstStyle/>
        <a:p>
          <a:endParaRPr lang="en-US"/>
        </a:p>
      </dgm:t>
    </dgm:pt>
    <dgm:pt modelId="{3CE1D743-DC81-41FB-A330-01C25A2D0E2A}">
      <dgm:prSet phldrT="[Text]"/>
      <dgm:spPr/>
      <dgm:t>
        <a:bodyPr/>
        <a:lstStyle/>
        <a:p>
          <a:r>
            <a:rPr lang="vi-VN" dirty="0"/>
            <a:t>2</a:t>
          </a:r>
          <a:endParaRPr lang="en-US" dirty="0"/>
        </a:p>
      </dgm:t>
    </dgm:pt>
    <dgm:pt modelId="{400B40FA-AD38-47DA-BB43-BB7D86D98449}" type="parTrans" cxnId="{B1E14480-D53E-4F9C-BFCA-C40394507734}">
      <dgm:prSet/>
      <dgm:spPr/>
      <dgm:t>
        <a:bodyPr/>
        <a:lstStyle/>
        <a:p>
          <a:endParaRPr lang="en-US"/>
        </a:p>
      </dgm:t>
    </dgm:pt>
    <dgm:pt modelId="{8B689223-7713-4C6C-84AB-BC9006DBC893}" type="sibTrans" cxnId="{B1E14480-D53E-4F9C-BFCA-C40394507734}">
      <dgm:prSet/>
      <dgm:spPr/>
      <dgm:t>
        <a:bodyPr/>
        <a:lstStyle/>
        <a:p>
          <a:endParaRPr lang="en-US"/>
        </a:p>
      </dgm:t>
    </dgm:pt>
    <dgm:pt modelId="{C1330AE9-6799-4A33-AA2C-AA83956BC071}">
      <dgm:prSet phldrT="[Text]"/>
      <dgm:spPr/>
      <dgm:t>
        <a:bodyPr/>
        <a:lstStyle/>
        <a:p>
          <a:r>
            <a:rPr lang="en-US" b="1" dirty="0"/>
            <a:t>target marketing </a:t>
          </a:r>
          <a:r>
            <a:rPr lang="en-US" dirty="0"/>
            <a:t>and</a:t>
          </a:r>
          <a:r>
            <a:rPr lang="vi-VN" dirty="0"/>
            <a:t> </a:t>
          </a:r>
          <a:r>
            <a:rPr lang="en-US" dirty="0"/>
            <a:t>the </a:t>
          </a:r>
          <a:r>
            <a:rPr lang="en-US" b="1" dirty="0"/>
            <a:t>four Ps</a:t>
          </a:r>
          <a:r>
            <a:rPr lang="en-US" dirty="0"/>
            <a:t> in the marketing mix</a:t>
          </a:r>
          <a:endParaRPr lang="en-US" b="1" dirty="0"/>
        </a:p>
      </dgm:t>
    </dgm:pt>
    <dgm:pt modelId="{0C6D6E6C-9DC6-4713-9813-20831CFE4AF0}" type="parTrans" cxnId="{1D6EC26F-5B9E-4635-9D6B-E11506CFB2CD}">
      <dgm:prSet/>
      <dgm:spPr/>
      <dgm:t>
        <a:bodyPr/>
        <a:lstStyle/>
        <a:p>
          <a:endParaRPr lang="en-US"/>
        </a:p>
      </dgm:t>
    </dgm:pt>
    <dgm:pt modelId="{F4887248-6FF5-43A5-9E2C-2144E2F90B99}" type="sibTrans" cxnId="{1D6EC26F-5B9E-4635-9D6B-E11506CFB2CD}">
      <dgm:prSet/>
      <dgm:spPr/>
      <dgm:t>
        <a:bodyPr/>
        <a:lstStyle/>
        <a:p>
          <a:endParaRPr lang="en-US"/>
        </a:p>
      </dgm:t>
    </dgm:pt>
    <dgm:pt modelId="{D1EB62F6-BA02-48B7-A301-0BA51D3EB847}">
      <dgm:prSet/>
      <dgm:spPr/>
      <dgm:t>
        <a:bodyPr/>
        <a:lstStyle/>
        <a:p>
          <a:r>
            <a:rPr lang="vi-VN" dirty="0"/>
            <a:t>3</a:t>
          </a:r>
          <a:endParaRPr lang="en-US" dirty="0"/>
        </a:p>
      </dgm:t>
    </dgm:pt>
    <dgm:pt modelId="{903DC080-CC2C-4B34-8F03-79AF7654BB96}" type="parTrans" cxnId="{49196AE0-1A9E-4BE8-BDEE-AAB957BADBB0}">
      <dgm:prSet/>
      <dgm:spPr/>
      <dgm:t>
        <a:bodyPr/>
        <a:lstStyle/>
        <a:p>
          <a:endParaRPr lang="en-US"/>
        </a:p>
      </dgm:t>
    </dgm:pt>
    <dgm:pt modelId="{BB04133B-57D7-47EE-8BFA-622E5BBC7D01}" type="sibTrans" cxnId="{49196AE0-1A9E-4BE8-BDEE-AAB957BADBB0}">
      <dgm:prSet/>
      <dgm:spPr/>
      <dgm:t>
        <a:bodyPr/>
        <a:lstStyle/>
        <a:p>
          <a:endParaRPr lang="en-US"/>
        </a:p>
      </dgm:t>
    </dgm:pt>
    <dgm:pt modelId="{99FECA40-1BAC-4593-89B3-ED08E8BB3593}">
      <dgm:prSet/>
      <dgm:spPr/>
      <dgm:t>
        <a:bodyPr/>
        <a:lstStyle/>
        <a:p>
          <a:r>
            <a:rPr lang="vi-VN" dirty="0"/>
            <a:t>4</a:t>
          </a:r>
          <a:endParaRPr lang="en-US" dirty="0"/>
        </a:p>
      </dgm:t>
    </dgm:pt>
    <dgm:pt modelId="{88403AA7-B45D-4CBF-A6EA-74F855FAA013}" type="parTrans" cxnId="{7AA982DF-605D-4600-8A52-475A23AA7C3A}">
      <dgm:prSet/>
      <dgm:spPr/>
      <dgm:t>
        <a:bodyPr/>
        <a:lstStyle/>
        <a:p>
          <a:endParaRPr lang="en-US"/>
        </a:p>
      </dgm:t>
    </dgm:pt>
    <dgm:pt modelId="{8ACC835B-747F-4B00-BF8A-FD8CBE0E6867}" type="sibTrans" cxnId="{7AA982DF-605D-4600-8A52-475A23AA7C3A}">
      <dgm:prSet/>
      <dgm:spPr/>
      <dgm:t>
        <a:bodyPr/>
        <a:lstStyle/>
        <a:p>
          <a:endParaRPr lang="en-US"/>
        </a:p>
      </dgm:t>
    </dgm:pt>
    <dgm:pt modelId="{1247C910-3129-46F3-B7FA-9F72E0A398F6}">
      <dgm:prSet/>
      <dgm:spPr/>
      <dgm:t>
        <a:bodyPr/>
        <a:lstStyle/>
        <a:p>
          <a:r>
            <a:rPr lang="en-US" dirty="0"/>
            <a:t>difference between </a:t>
          </a:r>
          <a:r>
            <a:rPr lang="en-US" b="1" dirty="0"/>
            <a:t>a marketing strategy, a marketing plan and a marketing program</a:t>
          </a:r>
        </a:p>
      </dgm:t>
    </dgm:pt>
    <dgm:pt modelId="{6F60A9BC-105C-4A27-A55A-02E2E85EBA76}" type="parTrans" cxnId="{CCAFC9D1-7E77-41E5-A2F5-E5338D864B9A}">
      <dgm:prSet/>
      <dgm:spPr/>
      <dgm:t>
        <a:bodyPr/>
        <a:lstStyle/>
        <a:p>
          <a:endParaRPr lang="en-US"/>
        </a:p>
      </dgm:t>
    </dgm:pt>
    <dgm:pt modelId="{87EF9BE2-2FEC-479C-BA1A-CE00B004F4DF}" type="sibTrans" cxnId="{CCAFC9D1-7E77-41E5-A2F5-E5338D864B9A}">
      <dgm:prSet/>
      <dgm:spPr/>
      <dgm:t>
        <a:bodyPr/>
        <a:lstStyle/>
        <a:p>
          <a:endParaRPr lang="en-US"/>
        </a:p>
      </dgm:t>
    </dgm:pt>
    <dgm:pt modelId="{B99F98D4-0AD4-447A-8684-3FDBA94A9690}">
      <dgm:prSet/>
      <dgm:spPr/>
      <dgm:t>
        <a:bodyPr/>
        <a:lstStyle/>
        <a:p>
          <a:r>
            <a:rPr lang="en-US" b="1" dirty="0"/>
            <a:t>marketing opportuniti</a:t>
          </a:r>
          <a:r>
            <a:rPr lang="en-US" dirty="0"/>
            <a:t>es that help in identifying new strategies</a:t>
          </a:r>
        </a:p>
      </dgm:t>
    </dgm:pt>
    <dgm:pt modelId="{A63244D5-1C84-45CA-980D-ACE5C77DF010}" type="parTrans" cxnId="{DB533159-B32C-4BD9-A329-EFEDE2D6863D}">
      <dgm:prSet/>
      <dgm:spPr/>
      <dgm:t>
        <a:bodyPr/>
        <a:lstStyle/>
        <a:p>
          <a:endParaRPr lang="en-US"/>
        </a:p>
      </dgm:t>
    </dgm:pt>
    <dgm:pt modelId="{6C1CC219-D256-480B-AF65-97AA4F75F12A}" type="sibTrans" cxnId="{DB533159-B32C-4BD9-A329-EFEDE2D6863D}">
      <dgm:prSet/>
      <dgm:spPr/>
      <dgm:t>
        <a:bodyPr/>
        <a:lstStyle/>
        <a:p>
          <a:endParaRPr lang="en-US"/>
        </a:p>
      </dgm:t>
    </dgm:pt>
    <dgm:pt modelId="{ECD195ED-094A-48D2-9DD1-76C3D4281202}" type="pres">
      <dgm:prSet presAssocID="{DA7D14D8-96A0-4CD3-89E9-8DD612485F6C}" presName="linearFlow" presStyleCnt="0">
        <dgm:presLayoutVars>
          <dgm:dir/>
          <dgm:animLvl val="lvl"/>
          <dgm:resizeHandles val="exact"/>
        </dgm:presLayoutVars>
      </dgm:prSet>
      <dgm:spPr/>
    </dgm:pt>
    <dgm:pt modelId="{ED119B53-708F-4102-BC9B-B8D7001CD791}" type="pres">
      <dgm:prSet presAssocID="{4999D8EB-6958-4E39-BFFA-1511A2780879}" presName="composite" presStyleCnt="0"/>
      <dgm:spPr/>
    </dgm:pt>
    <dgm:pt modelId="{DF8C6809-DC63-452D-8AF0-6B11A0FF3466}" type="pres">
      <dgm:prSet presAssocID="{4999D8EB-6958-4E39-BFFA-1511A2780879}" presName="parentText" presStyleLbl="alignNode1" presStyleIdx="0" presStyleCnt="4">
        <dgm:presLayoutVars>
          <dgm:chMax val="1"/>
          <dgm:bulletEnabled val="1"/>
        </dgm:presLayoutVars>
      </dgm:prSet>
      <dgm:spPr/>
    </dgm:pt>
    <dgm:pt modelId="{895E4717-FD9C-430A-89F1-2D56F2D19E66}" type="pres">
      <dgm:prSet presAssocID="{4999D8EB-6958-4E39-BFFA-1511A2780879}" presName="descendantText" presStyleLbl="alignAcc1" presStyleIdx="0" presStyleCnt="4">
        <dgm:presLayoutVars>
          <dgm:bulletEnabled val="1"/>
        </dgm:presLayoutVars>
      </dgm:prSet>
      <dgm:spPr/>
    </dgm:pt>
    <dgm:pt modelId="{10BFB27A-3A8E-4C56-9EBF-C414AA25AAA3}" type="pres">
      <dgm:prSet presAssocID="{ED5BB79E-CB79-4B5D-A7CA-96802A7A6979}" presName="sp" presStyleCnt="0"/>
      <dgm:spPr/>
    </dgm:pt>
    <dgm:pt modelId="{1DBCC9AB-0D86-419C-83E0-137FCFB72D95}" type="pres">
      <dgm:prSet presAssocID="{3CE1D743-DC81-41FB-A330-01C25A2D0E2A}" presName="composite" presStyleCnt="0"/>
      <dgm:spPr/>
    </dgm:pt>
    <dgm:pt modelId="{15DDFDB2-CBF6-45C9-A8A9-204EE5B5E092}" type="pres">
      <dgm:prSet presAssocID="{3CE1D743-DC81-41FB-A330-01C25A2D0E2A}" presName="parentText" presStyleLbl="alignNode1" presStyleIdx="1" presStyleCnt="4">
        <dgm:presLayoutVars>
          <dgm:chMax val="1"/>
          <dgm:bulletEnabled val="1"/>
        </dgm:presLayoutVars>
      </dgm:prSet>
      <dgm:spPr/>
    </dgm:pt>
    <dgm:pt modelId="{1BB02DB1-47E3-4257-9529-D5B1772D74A7}" type="pres">
      <dgm:prSet presAssocID="{3CE1D743-DC81-41FB-A330-01C25A2D0E2A}" presName="descendantText" presStyleLbl="alignAcc1" presStyleIdx="1" presStyleCnt="4">
        <dgm:presLayoutVars>
          <dgm:bulletEnabled val="1"/>
        </dgm:presLayoutVars>
      </dgm:prSet>
      <dgm:spPr/>
    </dgm:pt>
    <dgm:pt modelId="{6BDC664D-0E41-4632-BA7E-6E4386BCE969}" type="pres">
      <dgm:prSet presAssocID="{8B689223-7713-4C6C-84AB-BC9006DBC893}" presName="sp" presStyleCnt="0"/>
      <dgm:spPr/>
    </dgm:pt>
    <dgm:pt modelId="{7D945653-3055-4F1D-A8E9-E31F60701C0D}" type="pres">
      <dgm:prSet presAssocID="{D1EB62F6-BA02-48B7-A301-0BA51D3EB847}" presName="composite" presStyleCnt="0"/>
      <dgm:spPr/>
    </dgm:pt>
    <dgm:pt modelId="{4F986C45-0533-45BF-A3B9-FBEC3C7E6A61}" type="pres">
      <dgm:prSet presAssocID="{D1EB62F6-BA02-48B7-A301-0BA51D3EB847}" presName="parentText" presStyleLbl="alignNode1" presStyleIdx="2" presStyleCnt="4">
        <dgm:presLayoutVars>
          <dgm:chMax val="1"/>
          <dgm:bulletEnabled val="1"/>
        </dgm:presLayoutVars>
      </dgm:prSet>
      <dgm:spPr/>
    </dgm:pt>
    <dgm:pt modelId="{CCB249FC-DE6B-41B8-B110-9BA57B082169}" type="pres">
      <dgm:prSet presAssocID="{D1EB62F6-BA02-48B7-A301-0BA51D3EB847}" presName="descendantText" presStyleLbl="alignAcc1" presStyleIdx="2" presStyleCnt="4">
        <dgm:presLayoutVars>
          <dgm:bulletEnabled val="1"/>
        </dgm:presLayoutVars>
      </dgm:prSet>
      <dgm:spPr/>
    </dgm:pt>
    <dgm:pt modelId="{6B49FAE4-ECCF-4AEC-88EA-5B839750E793}" type="pres">
      <dgm:prSet presAssocID="{BB04133B-57D7-47EE-8BFA-622E5BBC7D01}" presName="sp" presStyleCnt="0"/>
      <dgm:spPr/>
    </dgm:pt>
    <dgm:pt modelId="{62C2ADBA-3BF9-4171-9445-D0CDB26E0ED3}" type="pres">
      <dgm:prSet presAssocID="{99FECA40-1BAC-4593-89B3-ED08E8BB3593}" presName="composite" presStyleCnt="0"/>
      <dgm:spPr/>
    </dgm:pt>
    <dgm:pt modelId="{D8FF5823-3510-4FE6-AA05-896C7D2A324A}" type="pres">
      <dgm:prSet presAssocID="{99FECA40-1BAC-4593-89B3-ED08E8BB3593}" presName="parentText" presStyleLbl="alignNode1" presStyleIdx="3" presStyleCnt="4">
        <dgm:presLayoutVars>
          <dgm:chMax val="1"/>
          <dgm:bulletEnabled val="1"/>
        </dgm:presLayoutVars>
      </dgm:prSet>
      <dgm:spPr/>
    </dgm:pt>
    <dgm:pt modelId="{3C66935E-3D4C-4A2F-84E6-88868FA338BE}" type="pres">
      <dgm:prSet presAssocID="{99FECA40-1BAC-4593-89B3-ED08E8BB3593}" presName="descendantText" presStyleLbl="alignAcc1" presStyleIdx="3" presStyleCnt="4">
        <dgm:presLayoutVars>
          <dgm:bulletEnabled val="1"/>
        </dgm:presLayoutVars>
      </dgm:prSet>
      <dgm:spPr/>
    </dgm:pt>
  </dgm:ptLst>
  <dgm:cxnLst>
    <dgm:cxn modelId="{0756712C-C19A-4BD4-9079-95EB25242D49}" type="presOf" srcId="{08AD2EC8-6FF9-4C1E-8072-D5A97D2B6220}" destId="{895E4717-FD9C-430A-89F1-2D56F2D19E66}" srcOrd="0" destOrd="0" presId="urn:microsoft.com/office/officeart/2005/8/layout/chevron2"/>
    <dgm:cxn modelId="{62253A40-176A-49F4-9597-474A646BBB4E}" type="presOf" srcId="{D1EB62F6-BA02-48B7-A301-0BA51D3EB847}" destId="{4F986C45-0533-45BF-A3B9-FBEC3C7E6A61}" srcOrd="0" destOrd="0" presId="urn:microsoft.com/office/officeart/2005/8/layout/chevron2"/>
    <dgm:cxn modelId="{33AF2B60-B6B1-4506-8062-D14015A9EFF9}" type="presOf" srcId="{3CE1D743-DC81-41FB-A330-01C25A2D0E2A}" destId="{15DDFDB2-CBF6-45C9-A8A9-204EE5B5E092}" srcOrd="0" destOrd="0" presId="urn:microsoft.com/office/officeart/2005/8/layout/chevron2"/>
    <dgm:cxn modelId="{0E6F0065-CCCF-4DA6-AA81-916E87B121B8}" type="presOf" srcId="{1247C910-3129-46F3-B7FA-9F72E0A398F6}" destId="{CCB249FC-DE6B-41B8-B110-9BA57B082169}" srcOrd="0" destOrd="0" presId="urn:microsoft.com/office/officeart/2005/8/layout/chevron2"/>
    <dgm:cxn modelId="{7B022C49-D757-4DA1-88FE-B8989D2CAA9F}" type="presOf" srcId="{DA7D14D8-96A0-4CD3-89E9-8DD612485F6C}" destId="{ECD195ED-094A-48D2-9DD1-76C3D4281202}" srcOrd="0" destOrd="0" presId="urn:microsoft.com/office/officeart/2005/8/layout/chevron2"/>
    <dgm:cxn modelId="{1D6EC26F-5B9E-4635-9D6B-E11506CFB2CD}" srcId="{3CE1D743-DC81-41FB-A330-01C25A2D0E2A}" destId="{C1330AE9-6799-4A33-AA2C-AA83956BC071}" srcOrd="0" destOrd="0" parTransId="{0C6D6E6C-9DC6-4713-9813-20831CFE4AF0}" sibTransId="{F4887248-6FF5-43A5-9E2C-2144E2F90B99}"/>
    <dgm:cxn modelId="{F4BE1978-C145-42A4-B457-F02AC7DD0CBC}" type="presOf" srcId="{C1330AE9-6799-4A33-AA2C-AA83956BC071}" destId="{1BB02DB1-47E3-4257-9529-D5B1772D74A7}" srcOrd="0" destOrd="0" presId="urn:microsoft.com/office/officeart/2005/8/layout/chevron2"/>
    <dgm:cxn modelId="{DB533159-B32C-4BD9-A329-EFEDE2D6863D}" srcId="{99FECA40-1BAC-4593-89B3-ED08E8BB3593}" destId="{B99F98D4-0AD4-447A-8684-3FDBA94A9690}" srcOrd="0" destOrd="0" parTransId="{A63244D5-1C84-45CA-980D-ACE5C77DF010}" sibTransId="{6C1CC219-D256-480B-AF65-97AA4F75F12A}"/>
    <dgm:cxn modelId="{B1E14480-D53E-4F9C-BFCA-C40394507734}" srcId="{DA7D14D8-96A0-4CD3-89E9-8DD612485F6C}" destId="{3CE1D743-DC81-41FB-A330-01C25A2D0E2A}" srcOrd="1" destOrd="0" parTransId="{400B40FA-AD38-47DA-BB43-BB7D86D98449}" sibTransId="{8B689223-7713-4C6C-84AB-BC9006DBC893}"/>
    <dgm:cxn modelId="{64A879AE-3E1B-40EE-B87E-70B6E57C75E3}" srcId="{DA7D14D8-96A0-4CD3-89E9-8DD612485F6C}" destId="{4999D8EB-6958-4E39-BFFA-1511A2780879}" srcOrd="0" destOrd="0" parTransId="{28DD7B2E-65E7-4A4E-A92F-79BDDF946B56}" sibTransId="{ED5BB79E-CB79-4B5D-A7CA-96802A7A6979}"/>
    <dgm:cxn modelId="{666ADEBD-C3D1-41C5-9014-DBD96005E5EB}" type="presOf" srcId="{B99F98D4-0AD4-447A-8684-3FDBA94A9690}" destId="{3C66935E-3D4C-4A2F-84E6-88868FA338BE}" srcOrd="0" destOrd="0" presId="urn:microsoft.com/office/officeart/2005/8/layout/chevron2"/>
    <dgm:cxn modelId="{CCAFC9D1-7E77-41E5-A2F5-E5338D864B9A}" srcId="{D1EB62F6-BA02-48B7-A301-0BA51D3EB847}" destId="{1247C910-3129-46F3-B7FA-9F72E0A398F6}" srcOrd="0" destOrd="0" parTransId="{6F60A9BC-105C-4A27-A55A-02E2E85EBA76}" sibTransId="{87EF9BE2-2FEC-479C-BA1A-CE00B004F4DF}"/>
    <dgm:cxn modelId="{BA0427D7-C6F0-4FCA-BBB5-88B7334D4EEE}" type="presOf" srcId="{4999D8EB-6958-4E39-BFFA-1511A2780879}" destId="{DF8C6809-DC63-452D-8AF0-6B11A0FF3466}" srcOrd="0" destOrd="0" presId="urn:microsoft.com/office/officeart/2005/8/layout/chevron2"/>
    <dgm:cxn modelId="{7AA982DF-605D-4600-8A52-475A23AA7C3A}" srcId="{DA7D14D8-96A0-4CD3-89E9-8DD612485F6C}" destId="{99FECA40-1BAC-4593-89B3-ED08E8BB3593}" srcOrd="3" destOrd="0" parTransId="{88403AA7-B45D-4CBF-A6EA-74F855FAA013}" sibTransId="{8ACC835B-747F-4B00-BF8A-FD8CBE0E6867}"/>
    <dgm:cxn modelId="{49196AE0-1A9E-4BE8-BDEE-AAB957BADBB0}" srcId="{DA7D14D8-96A0-4CD3-89E9-8DD612485F6C}" destId="{D1EB62F6-BA02-48B7-A301-0BA51D3EB847}" srcOrd="2" destOrd="0" parTransId="{903DC080-CC2C-4B34-8F03-79AF7654BB96}" sibTransId="{BB04133B-57D7-47EE-8BFA-622E5BBC7D01}"/>
    <dgm:cxn modelId="{3E3D36EA-4EB8-4786-887B-17A7C308FE71}" srcId="{4999D8EB-6958-4E39-BFFA-1511A2780879}" destId="{08AD2EC8-6FF9-4C1E-8072-D5A97D2B6220}" srcOrd="0" destOrd="0" parTransId="{9FB5E456-003C-4BFF-B974-E2DE2B926C19}" sibTransId="{ADAB0F5E-5EF6-4CB9-B10A-E0AD12BC6262}"/>
    <dgm:cxn modelId="{D5E242FD-B7CE-4E00-AF5D-E1FE5C851871}" type="presOf" srcId="{99FECA40-1BAC-4593-89B3-ED08E8BB3593}" destId="{D8FF5823-3510-4FE6-AA05-896C7D2A324A}" srcOrd="0" destOrd="0" presId="urn:microsoft.com/office/officeart/2005/8/layout/chevron2"/>
    <dgm:cxn modelId="{2E50DA8B-E1B7-4FD2-8CF8-0474651240B0}" type="presParOf" srcId="{ECD195ED-094A-48D2-9DD1-76C3D4281202}" destId="{ED119B53-708F-4102-BC9B-B8D7001CD791}" srcOrd="0" destOrd="0" presId="urn:microsoft.com/office/officeart/2005/8/layout/chevron2"/>
    <dgm:cxn modelId="{BE35DDDE-7284-47AF-9243-12A803693E75}" type="presParOf" srcId="{ED119B53-708F-4102-BC9B-B8D7001CD791}" destId="{DF8C6809-DC63-452D-8AF0-6B11A0FF3466}" srcOrd="0" destOrd="0" presId="urn:microsoft.com/office/officeart/2005/8/layout/chevron2"/>
    <dgm:cxn modelId="{B767AB49-68E9-423B-8F4E-6E8111DB1101}" type="presParOf" srcId="{ED119B53-708F-4102-BC9B-B8D7001CD791}" destId="{895E4717-FD9C-430A-89F1-2D56F2D19E66}" srcOrd="1" destOrd="0" presId="urn:microsoft.com/office/officeart/2005/8/layout/chevron2"/>
    <dgm:cxn modelId="{507C42DD-CED6-48AA-B826-1FB96BCA5386}" type="presParOf" srcId="{ECD195ED-094A-48D2-9DD1-76C3D4281202}" destId="{10BFB27A-3A8E-4C56-9EBF-C414AA25AAA3}" srcOrd="1" destOrd="0" presId="urn:microsoft.com/office/officeart/2005/8/layout/chevron2"/>
    <dgm:cxn modelId="{4C03C827-9783-4710-B89B-1FD08EBFCFE7}" type="presParOf" srcId="{ECD195ED-094A-48D2-9DD1-76C3D4281202}" destId="{1DBCC9AB-0D86-419C-83E0-137FCFB72D95}" srcOrd="2" destOrd="0" presId="urn:microsoft.com/office/officeart/2005/8/layout/chevron2"/>
    <dgm:cxn modelId="{0C41AE95-2D5F-4703-B211-077FA39A7AA6}" type="presParOf" srcId="{1DBCC9AB-0D86-419C-83E0-137FCFB72D95}" destId="{15DDFDB2-CBF6-45C9-A8A9-204EE5B5E092}" srcOrd="0" destOrd="0" presId="urn:microsoft.com/office/officeart/2005/8/layout/chevron2"/>
    <dgm:cxn modelId="{41916DC3-DDDC-49CA-B52A-44876500D449}" type="presParOf" srcId="{1DBCC9AB-0D86-419C-83E0-137FCFB72D95}" destId="{1BB02DB1-47E3-4257-9529-D5B1772D74A7}" srcOrd="1" destOrd="0" presId="urn:microsoft.com/office/officeart/2005/8/layout/chevron2"/>
    <dgm:cxn modelId="{9C18179C-84CC-4A25-B127-D27A61A00375}" type="presParOf" srcId="{ECD195ED-094A-48D2-9DD1-76C3D4281202}" destId="{6BDC664D-0E41-4632-BA7E-6E4386BCE969}" srcOrd="3" destOrd="0" presId="urn:microsoft.com/office/officeart/2005/8/layout/chevron2"/>
    <dgm:cxn modelId="{FB3AEE9E-AE15-464E-A151-98279ED31BD8}" type="presParOf" srcId="{ECD195ED-094A-48D2-9DD1-76C3D4281202}" destId="{7D945653-3055-4F1D-A8E9-E31F60701C0D}" srcOrd="4" destOrd="0" presId="urn:microsoft.com/office/officeart/2005/8/layout/chevron2"/>
    <dgm:cxn modelId="{C8D33CE9-FC78-42AA-A093-6EE645836215}" type="presParOf" srcId="{7D945653-3055-4F1D-A8E9-E31F60701C0D}" destId="{4F986C45-0533-45BF-A3B9-FBEC3C7E6A61}" srcOrd="0" destOrd="0" presId="urn:microsoft.com/office/officeart/2005/8/layout/chevron2"/>
    <dgm:cxn modelId="{934919A0-0F17-4470-88AD-9926E5E17B68}" type="presParOf" srcId="{7D945653-3055-4F1D-A8E9-E31F60701C0D}" destId="{CCB249FC-DE6B-41B8-B110-9BA57B082169}" srcOrd="1" destOrd="0" presId="urn:microsoft.com/office/officeart/2005/8/layout/chevron2"/>
    <dgm:cxn modelId="{45436514-4977-42F8-9FA0-2DE8687AD918}" type="presParOf" srcId="{ECD195ED-094A-48D2-9DD1-76C3D4281202}" destId="{6B49FAE4-ECCF-4AEC-88EA-5B839750E793}" srcOrd="5" destOrd="0" presId="urn:microsoft.com/office/officeart/2005/8/layout/chevron2"/>
    <dgm:cxn modelId="{DDA50942-852B-41F7-96C3-7E3A62E6F31A}" type="presParOf" srcId="{ECD195ED-094A-48D2-9DD1-76C3D4281202}" destId="{62C2ADBA-3BF9-4171-9445-D0CDB26E0ED3}" srcOrd="6" destOrd="0" presId="urn:microsoft.com/office/officeart/2005/8/layout/chevron2"/>
    <dgm:cxn modelId="{922C68A6-FC0E-49A2-8D0C-0BF9C50E7E6B}" type="presParOf" srcId="{62C2ADBA-3BF9-4171-9445-D0CDB26E0ED3}" destId="{D8FF5823-3510-4FE6-AA05-896C7D2A324A}" srcOrd="0" destOrd="0" presId="urn:microsoft.com/office/officeart/2005/8/layout/chevron2"/>
    <dgm:cxn modelId="{90EBF4A8-2320-4EA9-95B8-3DBBB27843F6}" type="presParOf" srcId="{62C2ADBA-3BF9-4171-9445-D0CDB26E0ED3}" destId="{3C66935E-3D4C-4A2F-84E6-88868FA338BE}"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D8B070-6670-44FE-8840-7547CBBDEA0F}"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27FFB854-F122-42F8-B200-516A58BC9275}">
      <dgm:prSet phldrT="[Text]"/>
      <dgm:spPr/>
      <dgm:t>
        <a:bodyPr/>
        <a:lstStyle/>
        <a:p>
          <a:r>
            <a:rPr lang="vi-VN" dirty="0">
              <a:latin typeface="Calibri" pitchFamily="34" charset="0"/>
            </a:rPr>
            <a:t>Maketing planning</a:t>
          </a:r>
          <a:endParaRPr lang="en-US" dirty="0"/>
        </a:p>
      </dgm:t>
    </dgm:pt>
    <dgm:pt modelId="{02B5A0FE-31C2-4762-A5DF-F6ED0285F765}" type="parTrans" cxnId="{4E8BB0B8-26BE-4CF7-BB9C-200C2C19689E}">
      <dgm:prSet/>
      <dgm:spPr/>
      <dgm:t>
        <a:bodyPr/>
        <a:lstStyle/>
        <a:p>
          <a:endParaRPr lang="en-US"/>
        </a:p>
      </dgm:t>
    </dgm:pt>
    <dgm:pt modelId="{C7C078D1-2ADD-4915-9680-32BBD6FD6D2F}" type="sibTrans" cxnId="{4E8BB0B8-26BE-4CF7-BB9C-200C2C19689E}">
      <dgm:prSet/>
      <dgm:spPr/>
      <dgm:t>
        <a:bodyPr/>
        <a:lstStyle/>
        <a:p>
          <a:endParaRPr lang="en-US"/>
        </a:p>
      </dgm:t>
    </dgm:pt>
    <dgm:pt modelId="{42752F2A-2A2A-4353-9396-27DAE00148AC}">
      <dgm:prSet phldrT="[Text]" custT="1"/>
      <dgm:spPr/>
      <dgm:t>
        <a:bodyPr/>
        <a:lstStyle/>
        <a:p>
          <a:r>
            <a:rPr lang="vi-VN" sz="1400" dirty="0">
              <a:latin typeface="Calibri" pitchFamily="34" charset="0"/>
            </a:rPr>
            <a:t>Set objectives</a:t>
          </a:r>
          <a:endParaRPr lang="en-US" sz="1400" dirty="0"/>
        </a:p>
      </dgm:t>
    </dgm:pt>
    <dgm:pt modelId="{13F15ED8-46A0-4041-95C5-9BDE31AE0262}" type="parTrans" cxnId="{68916CA1-41F4-4723-8824-6477AEE94B66}">
      <dgm:prSet/>
      <dgm:spPr/>
      <dgm:t>
        <a:bodyPr/>
        <a:lstStyle/>
        <a:p>
          <a:endParaRPr lang="en-US"/>
        </a:p>
      </dgm:t>
    </dgm:pt>
    <dgm:pt modelId="{DBD4A30A-2B23-4C4A-93A7-DA5EF6A4F767}" type="sibTrans" cxnId="{68916CA1-41F4-4723-8824-6477AEE94B66}">
      <dgm:prSet/>
      <dgm:spPr/>
      <dgm:t>
        <a:bodyPr/>
        <a:lstStyle/>
        <a:p>
          <a:endParaRPr lang="en-US"/>
        </a:p>
      </dgm:t>
    </dgm:pt>
    <dgm:pt modelId="{49578165-DBD0-4C5B-BB95-B9D74ED1ABAA}">
      <dgm:prSet phldrT="[Text]"/>
      <dgm:spPr/>
      <dgm:t>
        <a:bodyPr/>
        <a:lstStyle/>
        <a:p>
          <a:r>
            <a:rPr lang="vi-VN" dirty="0">
              <a:latin typeface="Calibri" pitchFamily="34" charset="0"/>
            </a:rPr>
            <a:t>Implement marketing plans</a:t>
          </a:r>
          <a:endParaRPr lang="en-US" dirty="0"/>
        </a:p>
      </dgm:t>
    </dgm:pt>
    <dgm:pt modelId="{97933E62-8B64-4B8B-BD35-88B9C20E91FE}" type="parTrans" cxnId="{B4B44D3B-6225-4A95-B7C0-6C161344E3B9}">
      <dgm:prSet/>
      <dgm:spPr/>
      <dgm:t>
        <a:bodyPr/>
        <a:lstStyle/>
        <a:p>
          <a:endParaRPr lang="en-US"/>
        </a:p>
      </dgm:t>
    </dgm:pt>
    <dgm:pt modelId="{C15E3486-6E8B-4921-8075-A0FC919D3D08}" type="sibTrans" cxnId="{B4B44D3B-6225-4A95-B7C0-6C161344E3B9}">
      <dgm:prSet/>
      <dgm:spPr/>
      <dgm:t>
        <a:bodyPr/>
        <a:lstStyle/>
        <a:p>
          <a:endParaRPr lang="en-US"/>
        </a:p>
      </dgm:t>
    </dgm:pt>
    <dgm:pt modelId="{90E76755-CF96-4BB8-9F2E-6615EDF8E55A}">
      <dgm:prSet phldrT="[Text]" custT="1"/>
      <dgm:spPr/>
      <dgm:t>
        <a:bodyPr/>
        <a:lstStyle/>
        <a:p>
          <a:r>
            <a:rPr lang="vi-VN" sz="1600" dirty="0">
              <a:latin typeface="Calibri" pitchFamily="34" charset="0"/>
            </a:rPr>
            <a:t>Implement marketing plans and programs</a:t>
          </a:r>
          <a:endParaRPr lang="en-US" sz="1600" dirty="0"/>
        </a:p>
      </dgm:t>
    </dgm:pt>
    <dgm:pt modelId="{DBBDC34D-0A8B-4DE8-8B14-07E125517AA6}" type="parTrans" cxnId="{29ABDB60-7EF2-4A29-A76A-FA973EFF8022}">
      <dgm:prSet/>
      <dgm:spPr/>
      <dgm:t>
        <a:bodyPr/>
        <a:lstStyle/>
        <a:p>
          <a:endParaRPr lang="en-US"/>
        </a:p>
      </dgm:t>
    </dgm:pt>
    <dgm:pt modelId="{6A8F2228-17D2-4B96-BE50-A43A5B45C9E8}" type="sibTrans" cxnId="{29ABDB60-7EF2-4A29-A76A-FA973EFF8022}">
      <dgm:prSet/>
      <dgm:spPr/>
      <dgm:t>
        <a:bodyPr/>
        <a:lstStyle/>
        <a:p>
          <a:endParaRPr lang="en-US"/>
        </a:p>
      </dgm:t>
    </dgm:pt>
    <dgm:pt modelId="{2FC04A08-0ECB-48B2-9B57-231C9F18EB48}">
      <dgm:prSet phldrT="[Text]"/>
      <dgm:spPr/>
      <dgm:t>
        <a:bodyPr/>
        <a:lstStyle/>
        <a:p>
          <a:r>
            <a:rPr lang="vi-VN" dirty="0">
              <a:latin typeface="Calibri" pitchFamily="34" charset="0"/>
            </a:rPr>
            <a:t>Controlling marketing plans</a:t>
          </a:r>
          <a:endParaRPr lang="en-US" dirty="0"/>
        </a:p>
      </dgm:t>
    </dgm:pt>
    <dgm:pt modelId="{CA9722A1-3C14-45F4-B20B-72FF17523AE2}" type="parTrans" cxnId="{8EAD72B2-A0CB-49F2-B4E6-1D6AB4C44394}">
      <dgm:prSet/>
      <dgm:spPr/>
      <dgm:t>
        <a:bodyPr/>
        <a:lstStyle/>
        <a:p>
          <a:endParaRPr lang="en-US"/>
        </a:p>
      </dgm:t>
    </dgm:pt>
    <dgm:pt modelId="{D948EB0F-694B-497A-BCB9-B16F9CF63516}" type="sibTrans" cxnId="{8EAD72B2-A0CB-49F2-B4E6-1D6AB4C44394}">
      <dgm:prSet/>
      <dgm:spPr/>
      <dgm:t>
        <a:bodyPr/>
        <a:lstStyle/>
        <a:p>
          <a:endParaRPr lang="en-US"/>
        </a:p>
      </dgm:t>
    </dgm:pt>
    <dgm:pt modelId="{1EC8D506-3861-4AA7-8EC6-6A86F4288AE3}">
      <dgm:prSet phldrT="[Text]" custT="1"/>
      <dgm:spPr/>
      <dgm:t>
        <a:bodyPr/>
        <a:lstStyle/>
        <a:p>
          <a:r>
            <a:rPr lang="vi-VN" sz="1600" dirty="0">
              <a:latin typeface="Calibri" pitchFamily="34" charset="0"/>
            </a:rPr>
            <a:t>Measure results </a:t>
          </a:r>
          <a:endParaRPr lang="en-US" sz="1600" dirty="0"/>
        </a:p>
      </dgm:t>
    </dgm:pt>
    <dgm:pt modelId="{76B7F926-D8BB-436F-86A1-59063A719C86}" type="parTrans" cxnId="{AE64F7A2-8326-4A1B-B7FA-FD636C9353AA}">
      <dgm:prSet/>
      <dgm:spPr/>
      <dgm:t>
        <a:bodyPr/>
        <a:lstStyle/>
        <a:p>
          <a:endParaRPr lang="en-US"/>
        </a:p>
      </dgm:t>
    </dgm:pt>
    <dgm:pt modelId="{729D3F02-7FC0-42A9-AAD6-4A24681E34AA}" type="sibTrans" cxnId="{AE64F7A2-8326-4A1B-B7FA-FD636C9353AA}">
      <dgm:prSet/>
      <dgm:spPr/>
      <dgm:t>
        <a:bodyPr/>
        <a:lstStyle/>
        <a:p>
          <a:endParaRPr lang="en-US"/>
        </a:p>
      </dgm:t>
    </dgm:pt>
    <dgm:pt modelId="{0928D222-71B2-4EE6-B099-A3421772FAD3}">
      <dgm:prSet custT="1"/>
      <dgm:spPr/>
      <dgm:t>
        <a:bodyPr/>
        <a:lstStyle/>
        <a:p>
          <a:r>
            <a:rPr lang="vi-VN" sz="1400" dirty="0">
              <a:latin typeface="Calibri" pitchFamily="34" charset="0"/>
            </a:rPr>
            <a:t>Evaluate opportunities</a:t>
          </a:r>
          <a:endParaRPr lang="en-US" sz="1400" dirty="0">
            <a:latin typeface="Calibri" pitchFamily="34" charset="0"/>
          </a:endParaRPr>
        </a:p>
      </dgm:t>
    </dgm:pt>
    <dgm:pt modelId="{AF3ACF7D-D04B-4108-99A5-EAACAE76A5DE}" type="parTrans" cxnId="{C1D1A82A-A70D-4223-82EF-76552328FAD3}">
      <dgm:prSet/>
      <dgm:spPr/>
      <dgm:t>
        <a:bodyPr/>
        <a:lstStyle/>
        <a:p>
          <a:endParaRPr lang="en-US"/>
        </a:p>
      </dgm:t>
    </dgm:pt>
    <dgm:pt modelId="{12760D9D-129B-4B97-B00B-91BEA905BD2A}" type="sibTrans" cxnId="{C1D1A82A-A70D-4223-82EF-76552328FAD3}">
      <dgm:prSet/>
      <dgm:spPr/>
      <dgm:t>
        <a:bodyPr/>
        <a:lstStyle/>
        <a:p>
          <a:endParaRPr lang="en-US"/>
        </a:p>
      </dgm:t>
    </dgm:pt>
    <dgm:pt modelId="{E1004B7E-7020-4AFA-AB2C-8ACED3EA4C3B}">
      <dgm:prSet custT="1"/>
      <dgm:spPr/>
      <dgm:t>
        <a:bodyPr/>
        <a:lstStyle/>
        <a:p>
          <a:r>
            <a:rPr lang="vi-VN" sz="1400" dirty="0">
              <a:latin typeface="Calibri" pitchFamily="34" charset="0"/>
            </a:rPr>
            <a:t>Create </a:t>
          </a:r>
          <a:r>
            <a:rPr lang="vi-VN" sz="1400" b="1" dirty="0">
              <a:latin typeface="Calibri" pitchFamily="34" charset="0"/>
            </a:rPr>
            <a:t>marketing strategy</a:t>
          </a:r>
          <a:endParaRPr lang="en-US" sz="1400" b="1" dirty="0">
            <a:latin typeface="Calibri" pitchFamily="34" charset="0"/>
          </a:endParaRPr>
        </a:p>
      </dgm:t>
    </dgm:pt>
    <dgm:pt modelId="{E79ACFD9-9A93-487C-A3F4-89C0F109B4FE}" type="parTrans" cxnId="{A2C4A619-CF52-4C9C-9AF7-10F91CB890D6}">
      <dgm:prSet/>
      <dgm:spPr/>
      <dgm:t>
        <a:bodyPr/>
        <a:lstStyle/>
        <a:p>
          <a:endParaRPr lang="en-US"/>
        </a:p>
      </dgm:t>
    </dgm:pt>
    <dgm:pt modelId="{916BE07E-906D-4D0E-98F8-CE884D76B190}" type="sibTrans" cxnId="{A2C4A619-CF52-4C9C-9AF7-10F91CB890D6}">
      <dgm:prSet/>
      <dgm:spPr/>
      <dgm:t>
        <a:bodyPr/>
        <a:lstStyle/>
        <a:p>
          <a:endParaRPr lang="en-US"/>
        </a:p>
      </dgm:t>
    </dgm:pt>
    <dgm:pt modelId="{5617E5AB-AF17-49CD-ADBC-61B16DDB2D34}">
      <dgm:prSet custT="1"/>
      <dgm:spPr/>
      <dgm:t>
        <a:bodyPr/>
        <a:lstStyle/>
        <a:p>
          <a:r>
            <a:rPr lang="vi-VN" sz="1400" dirty="0">
              <a:latin typeface="Calibri" pitchFamily="34" charset="0"/>
            </a:rPr>
            <a:t>Prepare </a:t>
          </a:r>
          <a:r>
            <a:rPr lang="vi-VN" sz="1400" b="1" dirty="0">
              <a:latin typeface="Calibri" pitchFamily="34" charset="0"/>
            </a:rPr>
            <a:t>marketing plans</a:t>
          </a:r>
          <a:endParaRPr lang="en-US" sz="1400" b="1" dirty="0">
            <a:latin typeface="Calibri" pitchFamily="34" charset="0"/>
          </a:endParaRPr>
        </a:p>
      </dgm:t>
    </dgm:pt>
    <dgm:pt modelId="{E13EA61C-1CDA-49E0-9A34-7BD3BCEBE216}" type="parTrans" cxnId="{132AB331-6024-4FCE-B2DC-75C50D769CE7}">
      <dgm:prSet/>
      <dgm:spPr/>
      <dgm:t>
        <a:bodyPr/>
        <a:lstStyle/>
        <a:p>
          <a:endParaRPr lang="en-US"/>
        </a:p>
      </dgm:t>
    </dgm:pt>
    <dgm:pt modelId="{E8CF1A34-65E9-4C1C-87B1-67F05715D759}" type="sibTrans" cxnId="{132AB331-6024-4FCE-B2DC-75C50D769CE7}">
      <dgm:prSet/>
      <dgm:spPr/>
      <dgm:t>
        <a:bodyPr/>
        <a:lstStyle/>
        <a:p>
          <a:endParaRPr lang="en-US"/>
        </a:p>
      </dgm:t>
    </dgm:pt>
    <dgm:pt modelId="{C8883A13-D4BF-44AC-AC63-412AC01F10E9}">
      <dgm:prSet custT="1"/>
      <dgm:spPr/>
      <dgm:t>
        <a:bodyPr/>
        <a:lstStyle/>
        <a:p>
          <a:r>
            <a:rPr lang="vi-VN" sz="1400" dirty="0">
              <a:latin typeface="Calibri" pitchFamily="34" charset="0"/>
            </a:rPr>
            <a:t>Develop marketing programs</a:t>
          </a:r>
          <a:endParaRPr lang="en-US" sz="1400" dirty="0">
            <a:latin typeface="Calibri" pitchFamily="34" charset="0"/>
          </a:endParaRPr>
        </a:p>
      </dgm:t>
    </dgm:pt>
    <dgm:pt modelId="{52E48EB5-8360-4136-A50E-0EA7CA0116FE}" type="parTrans" cxnId="{7DA16C86-4B4C-4E29-AB37-937A26A97DC7}">
      <dgm:prSet/>
      <dgm:spPr/>
      <dgm:t>
        <a:bodyPr/>
        <a:lstStyle/>
        <a:p>
          <a:endParaRPr lang="en-US"/>
        </a:p>
      </dgm:t>
    </dgm:pt>
    <dgm:pt modelId="{EF6CD9EA-6FA6-44E8-A6DC-134A22FC9B28}" type="sibTrans" cxnId="{7DA16C86-4B4C-4E29-AB37-937A26A97DC7}">
      <dgm:prSet/>
      <dgm:spPr/>
      <dgm:t>
        <a:bodyPr/>
        <a:lstStyle/>
        <a:p>
          <a:endParaRPr lang="en-US"/>
        </a:p>
      </dgm:t>
    </dgm:pt>
    <dgm:pt modelId="{49584834-B6D2-4D07-8E50-89802EEEBBE9}">
      <dgm:prSet custT="1"/>
      <dgm:spPr/>
      <dgm:t>
        <a:bodyPr/>
        <a:lstStyle/>
        <a:p>
          <a:r>
            <a:rPr lang="vi-VN" sz="1600" dirty="0">
              <a:latin typeface="Calibri" pitchFamily="34" charset="0"/>
            </a:rPr>
            <a:t>Evaluate progress</a:t>
          </a:r>
          <a:endParaRPr lang="en-US" sz="1600" dirty="0">
            <a:latin typeface="Calibri" pitchFamily="34" charset="0"/>
          </a:endParaRPr>
        </a:p>
      </dgm:t>
    </dgm:pt>
    <dgm:pt modelId="{6105644D-B53B-450B-8CF5-B27957185FB9}" type="parTrans" cxnId="{383507FF-E842-48E0-B425-D8EF50A79362}">
      <dgm:prSet/>
      <dgm:spPr/>
      <dgm:t>
        <a:bodyPr/>
        <a:lstStyle/>
        <a:p>
          <a:endParaRPr lang="en-US"/>
        </a:p>
      </dgm:t>
    </dgm:pt>
    <dgm:pt modelId="{2A510206-FC5C-40CC-96D8-75D395FB68C4}" type="sibTrans" cxnId="{383507FF-E842-48E0-B425-D8EF50A79362}">
      <dgm:prSet/>
      <dgm:spPr/>
      <dgm:t>
        <a:bodyPr/>
        <a:lstStyle/>
        <a:p>
          <a:endParaRPr lang="en-US"/>
        </a:p>
      </dgm:t>
    </dgm:pt>
    <dgm:pt modelId="{84917AF2-6DCF-4C25-A8B9-58AACF62D6F1}" type="pres">
      <dgm:prSet presAssocID="{DFD8B070-6670-44FE-8840-7547CBBDEA0F}" presName="linearFlow" presStyleCnt="0">
        <dgm:presLayoutVars>
          <dgm:dir/>
          <dgm:animLvl val="lvl"/>
          <dgm:resizeHandles val="exact"/>
        </dgm:presLayoutVars>
      </dgm:prSet>
      <dgm:spPr/>
    </dgm:pt>
    <dgm:pt modelId="{B76CB46F-487C-4249-BC06-051260BCFD26}" type="pres">
      <dgm:prSet presAssocID="{27FFB854-F122-42F8-B200-516A58BC9275}" presName="composite" presStyleCnt="0"/>
      <dgm:spPr/>
    </dgm:pt>
    <dgm:pt modelId="{ABA655A2-2A07-47D5-8B61-75929DD805C9}" type="pres">
      <dgm:prSet presAssocID="{27FFB854-F122-42F8-B200-516A58BC9275}" presName="parentText" presStyleLbl="alignNode1" presStyleIdx="0" presStyleCnt="3">
        <dgm:presLayoutVars>
          <dgm:chMax val="1"/>
          <dgm:bulletEnabled val="1"/>
        </dgm:presLayoutVars>
      </dgm:prSet>
      <dgm:spPr/>
    </dgm:pt>
    <dgm:pt modelId="{103490F4-335A-43A9-8989-595BADC48074}" type="pres">
      <dgm:prSet presAssocID="{27FFB854-F122-42F8-B200-516A58BC9275}" presName="descendantText" presStyleLbl="alignAcc1" presStyleIdx="0" presStyleCnt="3">
        <dgm:presLayoutVars>
          <dgm:bulletEnabled val="1"/>
        </dgm:presLayoutVars>
      </dgm:prSet>
      <dgm:spPr/>
    </dgm:pt>
    <dgm:pt modelId="{A060FE26-93AB-4D36-A178-3CAA6211CD54}" type="pres">
      <dgm:prSet presAssocID="{C7C078D1-2ADD-4915-9680-32BBD6FD6D2F}" presName="sp" presStyleCnt="0"/>
      <dgm:spPr/>
    </dgm:pt>
    <dgm:pt modelId="{E5D17047-96C1-47C3-AA70-D414C6132BCA}" type="pres">
      <dgm:prSet presAssocID="{49578165-DBD0-4C5B-BB95-B9D74ED1ABAA}" presName="composite" presStyleCnt="0"/>
      <dgm:spPr/>
    </dgm:pt>
    <dgm:pt modelId="{A47A324B-E088-456E-9974-5F485009B4A0}" type="pres">
      <dgm:prSet presAssocID="{49578165-DBD0-4C5B-BB95-B9D74ED1ABAA}" presName="parentText" presStyleLbl="alignNode1" presStyleIdx="1" presStyleCnt="3">
        <dgm:presLayoutVars>
          <dgm:chMax val="1"/>
          <dgm:bulletEnabled val="1"/>
        </dgm:presLayoutVars>
      </dgm:prSet>
      <dgm:spPr/>
    </dgm:pt>
    <dgm:pt modelId="{9E746F18-97FD-4096-BC69-532BDBF183A0}" type="pres">
      <dgm:prSet presAssocID="{49578165-DBD0-4C5B-BB95-B9D74ED1ABAA}" presName="descendantText" presStyleLbl="alignAcc1" presStyleIdx="1" presStyleCnt="3">
        <dgm:presLayoutVars>
          <dgm:bulletEnabled val="1"/>
        </dgm:presLayoutVars>
      </dgm:prSet>
      <dgm:spPr/>
    </dgm:pt>
    <dgm:pt modelId="{DAAC2AA6-9D2F-46F9-957E-CA17EABBA563}" type="pres">
      <dgm:prSet presAssocID="{C15E3486-6E8B-4921-8075-A0FC919D3D08}" presName="sp" presStyleCnt="0"/>
      <dgm:spPr/>
    </dgm:pt>
    <dgm:pt modelId="{DE497509-E3E6-466D-839D-C2E1D86337CA}" type="pres">
      <dgm:prSet presAssocID="{2FC04A08-0ECB-48B2-9B57-231C9F18EB48}" presName="composite" presStyleCnt="0"/>
      <dgm:spPr/>
    </dgm:pt>
    <dgm:pt modelId="{A9922EE7-5108-4E96-ADC7-1AE548A0113F}" type="pres">
      <dgm:prSet presAssocID="{2FC04A08-0ECB-48B2-9B57-231C9F18EB48}" presName="parentText" presStyleLbl="alignNode1" presStyleIdx="2" presStyleCnt="3">
        <dgm:presLayoutVars>
          <dgm:chMax val="1"/>
          <dgm:bulletEnabled val="1"/>
        </dgm:presLayoutVars>
      </dgm:prSet>
      <dgm:spPr/>
    </dgm:pt>
    <dgm:pt modelId="{94FBAEFD-F49E-4049-8888-84C0081C1B29}" type="pres">
      <dgm:prSet presAssocID="{2FC04A08-0ECB-48B2-9B57-231C9F18EB48}" presName="descendantText" presStyleLbl="alignAcc1" presStyleIdx="2" presStyleCnt="3">
        <dgm:presLayoutVars>
          <dgm:bulletEnabled val="1"/>
        </dgm:presLayoutVars>
      </dgm:prSet>
      <dgm:spPr/>
    </dgm:pt>
  </dgm:ptLst>
  <dgm:cxnLst>
    <dgm:cxn modelId="{6E4C2909-C7DA-4602-8B21-76B4E018E551}" type="presOf" srcId="{1EC8D506-3861-4AA7-8EC6-6A86F4288AE3}" destId="{94FBAEFD-F49E-4049-8888-84C0081C1B29}" srcOrd="0" destOrd="0" presId="urn:microsoft.com/office/officeart/2005/8/layout/chevron2"/>
    <dgm:cxn modelId="{A2C4A619-CF52-4C9C-9AF7-10F91CB890D6}" srcId="{27FFB854-F122-42F8-B200-516A58BC9275}" destId="{E1004B7E-7020-4AFA-AB2C-8ACED3EA4C3B}" srcOrd="2" destOrd="0" parTransId="{E79ACFD9-9A93-487C-A3F4-89C0F109B4FE}" sibTransId="{916BE07E-906D-4D0E-98F8-CE884D76B190}"/>
    <dgm:cxn modelId="{93FD3125-4240-47E9-A876-E75F9E086568}" type="presOf" srcId="{DFD8B070-6670-44FE-8840-7547CBBDEA0F}" destId="{84917AF2-6DCF-4C25-A8B9-58AACF62D6F1}" srcOrd="0" destOrd="0" presId="urn:microsoft.com/office/officeart/2005/8/layout/chevron2"/>
    <dgm:cxn modelId="{C1D1A82A-A70D-4223-82EF-76552328FAD3}" srcId="{27FFB854-F122-42F8-B200-516A58BC9275}" destId="{0928D222-71B2-4EE6-B099-A3421772FAD3}" srcOrd="1" destOrd="0" parTransId="{AF3ACF7D-D04B-4108-99A5-EAACAE76A5DE}" sibTransId="{12760D9D-129B-4B97-B00B-91BEA905BD2A}"/>
    <dgm:cxn modelId="{132AB331-6024-4FCE-B2DC-75C50D769CE7}" srcId="{27FFB854-F122-42F8-B200-516A58BC9275}" destId="{5617E5AB-AF17-49CD-ADBC-61B16DDB2D34}" srcOrd="3" destOrd="0" parTransId="{E13EA61C-1CDA-49E0-9A34-7BD3BCEBE216}" sibTransId="{E8CF1A34-65E9-4C1C-87B1-67F05715D759}"/>
    <dgm:cxn modelId="{B4B44D3B-6225-4A95-B7C0-6C161344E3B9}" srcId="{DFD8B070-6670-44FE-8840-7547CBBDEA0F}" destId="{49578165-DBD0-4C5B-BB95-B9D74ED1ABAA}" srcOrd="1" destOrd="0" parTransId="{97933E62-8B64-4B8B-BD35-88B9C20E91FE}" sibTransId="{C15E3486-6E8B-4921-8075-A0FC919D3D08}"/>
    <dgm:cxn modelId="{29ABDB60-7EF2-4A29-A76A-FA973EFF8022}" srcId="{49578165-DBD0-4C5B-BB95-B9D74ED1ABAA}" destId="{90E76755-CF96-4BB8-9F2E-6615EDF8E55A}" srcOrd="0" destOrd="0" parTransId="{DBBDC34D-0A8B-4DE8-8B14-07E125517AA6}" sibTransId="{6A8F2228-17D2-4B96-BE50-A43A5B45C9E8}"/>
    <dgm:cxn modelId="{34942E49-DC47-4600-BB50-4983C1F08DE3}" type="presOf" srcId="{42752F2A-2A2A-4353-9396-27DAE00148AC}" destId="{103490F4-335A-43A9-8989-595BADC48074}" srcOrd="0" destOrd="0" presId="urn:microsoft.com/office/officeart/2005/8/layout/chevron2"/>
    <dgm:cxn modelId="{04F75D50-76D9-4B80-9881-0AA82C9F4DF2}" type="presOf" srcId="{49584834-B6D2-4D07-8E50-89802EEEBBE9}" destId="{94FBAEFD-F49E-4049-8888-84C0081C1B29}" srcOrd="0" destOrd="1" presId="urn:microsoft.com/office/officeart/2005/8/layout/chevron2"/>
    <dgm:cxn modelId="{9420EA52-CD43-4C68-A12F-5E6C0106E850}" type="presOf" srcId="{27FFB854-F122-42F8-B200-516A58BC9275}" destId="{ABA655A2-2A07-47D5-8B61-75929DD805C9}" srcOrd="0" destOrd="0" presId="urn:microsoft.com/office/officeart/2005/8/layout/chevron2"/>
    <dgm:cxn modelId="{7DA16C86-4B4C-4E29-AB37-937A26A97DC7}" srcId="{27FFB854-F122-42F8-B200-516A58BC9275}" destId="{C8883A13-D4BF-44AC-AC63-412AC01F10E9}" srcOrd="4" destOrd="0" parTransId="{52E48EB5-8360-4136-A50E-0EA7CA0116FE}" sibTransId="{EF6CD9EA-6FA6-44E8-A6DC-134A22FC9B28}"/>
    <dgm:cxn modelId="{B7E4DC89-6503-4600-8FBA-11117BA495CF}" type="presOf" srcId="{E1004B7E-7020-4AFA-AB2C-8ACED3EA4C3B}" destId="{103490F4-335A-43A9-8989-595BADC48074}" srcOrd="0" destOrd="2" presId="urn:microsoft.com/office/officeart/2005/8/layout/chevron2"/>
    <dgm:cxn modelId="{68916CA1-41F4-4723-8824-6477AEE94B66}" srcId="{27FFB854-F122-42F8-B200-516A58BC9275}" destId="{42752F2A-2A2A-4353-9396-27DAE00148AC}" srcOrd="0" destOrd="0" parTransId="{13F15ED8-46A0-4041-95C5-9BDE31AE0262}" sibTransId="{DBD4A30A-2B23-4C4A-93A7-DA5EF6A4F767}"/>
    <dgm:cxn modelId="{AE64F7A2-8326-4A1B-B7FA-FD636C9353AA}" srcId="{2FC04A08-0ECB-48B2-9B57-231C9F18EB48}" destId="{1EC8D506-3861-4AA7-8EC6-6A86F4288AE3}" srcOrd="0" destOrd="0" parTransId="{76B7F926-D8BB-436F-86A1-59063A719C86}" sibTransId="{729D3F02-7FC0-42A9-AAD6-4A24681E34AA}"/>
    <dgm:cxn modelId="{236478A4-3459-4BE7-BD61-BFF37B03ED89}" type="presOf" srcId="{49578165-DBD0-4C5B-BB95-B9D74ED1ABAA}" destId="{A47A324B-E088-456E-9974-5F485009B4A0}" srcOrd="0" destOrd="0" presId="urn:microsoft.com/office/officeart/2005/8/layout/chevron2"/>
    <dgm:cxn modelId="{8A64F0A4-2B94-4B11-9351-880914C55DC4}" type="presOf" srcId="{90E76755-CF96-4BB8-9F2E-6615EDF8E55A}" destId="{9E746F18-97FD-4096-BC69-532BDBF183A0}" srcOrd="0" destOrd="0" presId="urn:microsoft.com/office/officeart/2005/8/layout/chevron2"/>
    <dgm:cxn modelId="{C28A21B2-1DED-463B-AF0C-F1CF7818B151}" type="presOf" srcId="{0928D222-71B2-4EE6-B099-A3421772FAD3}" destId="{103490F4-335A-43A9-8989-595BADC48074}" srcOrd="0" destOrd="1" presId="urn:microsoft.com/office/officeart/2005/8/layout/chevron2"/>
    <dgm:cxn modelId="{8EAD72B2-A0CB-49F2-B4E6-1D6AB4C44394}" srcId="{DFD8B070-6670-44FE-8840-7547CBBDEA0F}" destId="{2FC04A08-0ECB-48B2-9B57-231C9F18EB48}" srcOrd="2" destOrd="0" parTransId="{CA9722A1-3C14-45F4-B20B-72FF17523AE2}" sibTransId="{D948EB0F-694B-497A-BCB9-B16F9CF63516}"/>
    <dgm:cxn modelId="{4E8BB0B8-26BE-4CF7-BB9C-200C2C19689E}" srcId="{DFD8B070-6670-44FE-8840-7547CBBDEA0F}" destId="{27FFB854-F122-42F8-B200-516A58BC9275}" srcOrd="0" destOrd="0" parTransId="{02B5A0FE-31C2-4762-A5DF-F6ED0285F765}" sibTransId="{C7C078D1-2ADD-4915-9680-32BBD6FD6D2F}"/>
    <dgm:cxn modelId="{40980FF3-33C2-43F7-B94D-92953C680FB9}" type="presOf" srcId="{C8883A13-D4BF-44AC-AC63-412AC01F10E9}" destId="{103490F4-335A-43A9-8989-595BADC48074}" srcOrd="0" destOrd="4" presId="urn:microsoft.com/office/officeart/2005/8/layout/chevron2"/>
    <dgm:cxn modelId="{2B54E6F6-D21A-4DEB-B3AD-A7D2E8731EB9}" type="presOf" srcId="{2FC04A08-0ECB-48B2-9B57-231C9F18EB48}" destId="{A9922EE7-5108-4E96-ADC7-1AE548A0113F}" srcOrd="0" destOrd="0" presId="urn:microsoft.com/office/officeart/2005/8/layout/chevron2"/>
    <dgm:cxn modelId="{B59A88FA-6AE3-417B-A60B-3D829987E045}" type="presOf" srcId="{5617E5AB-AF17-49CD-ADBC-61B16DDB2D34}" destId="{103490F4-335A-43A9-8989-595BADC48074}" srcOrd="0" destOrd="3" presId="urn:microsoft.com/office/officeart/2005/8/layout/chevron2"/>
    <dgm:cxn modelId="{383507FF-E842-48E0-B425-D8EF50A79362}" srcId="{2FC04A08-0ECB-48B2-9B57-231C9F18EB48}" destId="{49584834-B6D2-4D07-8E50-89802EEEBBE9}" srcOrd="1" destOrd="0" parTransId="{6105644D-B53B-450B-8CF5-B27957185FB9}" sibTransId="{2A510206-FC5C-40CC-96D8-75D395FB68C4}"/>
    <dgm:cxn modelId="{0F325116-C678-4B5B-8A14-E16F49BF515B}" type="presParOf" srcId="{84917AF2-6DCF-4C25-A8B9-58AACF62D6F1}" destId="{B76CB46F-487C-4249-BC06-051260BCFD26}" srcOrd="0" destOrd="0" presId="urn:microsoft.com/office/officeart/2005/8/layout/chevron2"/>
    <dgm:cxn modelId="{106CFD27-D704-4738-9C67-93000C320933}" type="presParOf" srcId="{B76CB46F-487C-4249-BC06-051260BCFD26}" destId="{ABA655A2-2A07-47D5-8B61-75929DD805C9}" srcOrd="0" destOrd="0" presId="urn:microsoft.com/office/officeart/2005/8/layout/chevron2"/>
    <dgm:cxn modelId="{E5569AEF-69F3-4493-A583-DE00997A481D}" type="presParOf" srcId="{B76CB46F-487C-4249-BC06-051260BCFD26}" destId="{103490F4-335A-43A9-8989-595BADC48074}" srcOrd="1" destOrd="0" presId="urn:microsoft.com/office/officeart/2005/8/layout/chevron2"/>
    <dgm:cxn modelId="{840708C8-03F2-42E7-A03A-5850D53BDCB7}" type="presParOf" srcId="{84917AF2-6DCF-4C25-A8B9-58AACF62D6F1}" destId="{A060FE26-93AB-4D36-A178-3CAA6211CD54}" srcOrd="1" destOrd="0" presId="urn:microsoft.com/office/officeart/2005/8/layout/chevron2"/>
    <dgm:cxn modelId="{17304325-8AF9-4118-8513-C5CB4D98D14C}" type="presParOf" srcId="{84917AF2-6DCF-4C25-A8B9-58AACF62D6F1}" destId="{E5D17047-96C1-47C3-AA70-D414C6132BCA}" srcOrd="2" destOrd="0" presId="urn:microsoft.com/office/officeart/2005/8/layout/chevron2"/>
    <dgm:cxn modelId="{D78BC07B-020C-4A8B-A5D8-776136963ECF}" type="presParOf" srcId="{E5D17047-96C1-47C3-AA70-D414C6132BCA}" destId="{A47A324B-E088-456E-9974-5F485009B4A0}" srcOrd="0" destOrd="0" presId="urn:microsoft.com/office/officeart/2005/8/layout/chevron2"/>
    <dgm:cxn modelId="{4EDED932-D984-4BDE-9525-70BF50A3258D}" type="presParOf" srcId="{E5D17047-96C1-47C3-AA70-D414C6132BCA}" destId="{9E746F18-97FD-4096-BC69-532BDBF183A0}" srcOrd="1" destOrd="0" presId="urn:microsoft.com/office/officeart/2005/8/layout/chevron2"/>
    <dgm:cxn modelId="{D8050C13-F2FD-4E40-8FBE-D92DF61E9FCA}" type="presParOf" srcId="{84917AF2-6DCF-4C25-A8B9-58AACF62D6F1}" destId="{DAAC2AA6-9D2F-46F9-957E-CA17EABBA563}" srcOrd="3" destOrd="0" presId="urn:microsoft.com/office/officeart/2005/8/layout/chevron2"/>
    <dgm:cxn modelId="{46958F9D-08B5-44F1-9F79-DEA74B0198F2}" type="presParOf" srcId="{84917AF2-6DCF-4C25-A8B9-58AACF62D6F1}" destId="{DE497509-E3E6-466D-839D-C2E1D86337CA}" srcOrd="4" destOrd="0" presId="urn:microsoft.com/office/officeart/2005/8/layout/chevron2"/>
    <dgm:cxn modelId="{4901D6EF-36B9-46D5-A32A-C504AAE39A9A}" type="presParOf" srcId="{DE497509-E3E6-466D-839D-C2E1D86337CA}" destId="{A9922EE7-5108-4E96-ADC7-1AE548A0113F}" srcOrd="0" destOrd="0" presId="urn:microsoft.com/office/officeart/2005/8/layout/chevron2"/>
    <dgm:cxn modelId="{060A80A0-C5B9-4048-A273-4983DCAA1568}" type="presParOf" srcId="{DE497509-E3E6-466D-839D-C2E1D86337CA}" destId="{94FBAEFD-F49E-4049-8888-84C0081C1B2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233767D-8ED5-4F9E-A90D-BD0095A7E8AF}"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9DED0AEB-24D3-4AC5-BBF5-A41FC13441AC}">
      <dgm:prSet phldrT="[Text]"/>
      <dgm:spPr/>
      <dgm:t>
        <a:bodyPr/>
        <a:lstStyle/>
        <a:p>
          <a:r>
            <a:rPr lang="en-US"/>
            <a:t>Product</a:t>
          </a:r>
        </a:p>
      </dgm:t>
    </dgm:pt>
    <dgm:pt modelId="{A4CCF372-3BC8-43E7-A6A9-C02B4332560C}" type="parTrans" cxnId="{68791E8B-8C16-4CAE-9352-0D588ACB99F0}">
      <dgm:prSet/>
      <dgm:spPr/>
      <dgm:t>
        <a:bodyPr/>
        <a:lstStyle/>
        <a:p>
          <a:endParaRPr lang="en-US"/>
        </a:p>
      </dgm:t>
    </dgm:pt>
    <dgm:pt modelId="{F81E8959-F133-4A5F-88A5-812EDAA91C31}" type="sibTrans" cxnId="{68791E8B-8C16-4CAE-9352-0D588ACB99F0}">
      <dgm:prSet/>
      <dgm:spPr/>
      <dgm:t>
        <a:bodyPr/>
        <a:lstStyle/>
        <a:p>
          <a:endParaRPr lang="en-US"/>
        </a:p>
      </dgm:t>
    </dgm:pt>
    <dgm:pt modelId="{61EB9E0A-13EE-4881-A5AF-FE29DF407129}">
      <dgm:prSet phldrT="[Text]"/>
      <dgm:spPr/>
      <dgm:t>
        <a:bodyPr/>
        <a:lstStyle/>
        <a:p>
          <a:r>
            <a:rPr lang="en-US"/>
            <a:t>Physical good</a:t>
          </a:r>
        </a:p>
      </dgm:t>
    </dgm:pt>
    <dgm:pt modelId="{B89A35C1-BFCE-4F64-8726-2541A9CDC22D}" type="parTrans" cxnId="{9E462AA8-A27C-4763-A375-A90972A52E5A}">
      <dgm:prSet/>
      <dgm:spPr/>
      <dgm:t>
        <a:bodyPr/>
        <a:lstStyle/>
        <a:p>
          <a:endParaRPr lang="en-US"/>
        </a:p>
      </dgm:t>
    </dgm:pt>
    <dgm:pt modelId="{15F6FD2F-AEAE-4B6C-AC90-02638F447B61}" type="sibTrans" cxnId="{9E462AA8-A27C-4763-A375-A90972A52E5A}">
      <dgm:prSet/>
      <dgm:spPr/>
      <dgm:t>
        <a:bodyPr/>
        <a:lstStyle/>
        <a:p>
          <a:endParaRPr lang="en-US"/>
        </a:p>
      </dgm:t>
    </dgm:pt>
    <dgm:pt modelId="{155166A5-9EAF-4C3A-929C-EBCDCB7E96DD}">
      <dgm:prSet phldrT="[Text]"/>
      <dgm:spPr/>
      <dgm:t>
        <a:bodyPr/>
        <a:lstStyle/>
        <a:p>
          <a:r>
            <a:rPr lang="en-US"/>
            <a:t>Branding</a:t>
          </a:r>
        </a:p>
      </dgm:t>
    </dgm:pt>
    <dgm:pt modelId="{EC7FCE73-F619-4C54-82B9-6F65557D21E3}" type="parTrans" cxnId="{0F409661-2DE8-4A84-973B-60649A040AB3}">
      <dgm:prSet/>
      <dgm:spPr/>
      <dgm:t>
        <a:bodyPr/>
        <a:lstStyle/>
        <a:p>
          <a:endParaRPr lang="en-US"/>
        </a:p>
      </dgm:t>
    </dgm:pt>
    <dgm:pt modelId="{CE3E10FF-F36A-4AE4-8A1F-CC6B4AC9381B}" type="sibTrans" cxnId="{0F409661-2DE8-4A84-973B-60649A040AB3}">
      <dgm:prSet/>
      <dgm:spPr/>
      <dgm:t>
        <a:bodyPr/>
        <a:lstStyle/>
        <a:p>
          <a:endParaRPr lang="en-US"/>
        </a:p>
      </dgm:t>
    </dgm:pt>
    <dgm:pt modelId="{970531CA-895B-435F-B99C-A0496471F1F0}">
      <dgm:prSet phldrT="[Text]"/>
      <dgm:spPr/>
      <dgm:t>
        <a:bodyPr/>
        <a:lstStyle/>
        <a:p>
          <a:r>
            <a:rPr lang="en-US"/>
            <a:t>Place</a:t>
          </a:r>
        </a:p>
      </dgm:t>
    </dgm:pt>
    <dgm:pt modelId="{1A72F2CF-9141-43A9-B479-6493C34922AF}" type="parTrans" cxnId="{FC678846-066A-49BE-A66A-A86DAC23813A}">
      <dgm:prSet/>
      <dgm:spPr/>
      <dgm:t>
        <a:bodyPr/>
        <a:lstStyle/>
        <a:p>
          <a:endParaRPr lang="en-US"/>
        </a:p>
      </dgm:t>
    </dgm:pt>
    <dgm:pt modelId="{68B83B2A-7ADE-42AC-B539-F749BCA93AA8}" type="sibTrans" cxnId="{FC678846-066A-49BE-A66A-A86DAC23813A}">
      <dgm:prSet/>
      <dgm:spPr/>
      <dgm:t>
        <a:bodyPr/>
        <a:lstStyle/>
        <a:p>
          <a:endParaRPr lang="en-US"/>
        </a:p>
      </dgm:t>
    </dgm:pt>
    <dgm:pt modelId="{DFC07FAC-EC32-49AA-B27D-B68D0FFDF24B}">
      <dgm:prSet phldrT="[Text]"/>
      <dgm:spPr/>
      <dgm:t>
        <a:bodyPr/>
        <a:lstStyle/>
        <a:p>
          <a:r>
            <a:rPr lang="en-US"/>
            <a:t>Objectives</a:t>
          </a:r>
        </a:p>
      </dgm:t>
    </dgm:pt>
    <dgm:pt modelId="{C3694A18-FB26-4252-992A-909E46118DBC}" type="parTrans" cxnId="{2979C394-8C10-4B7E-B01E-7367A38B1EF0}">
      <dgm:prSet/>
      <dgm:spPr/>
      <dgm:t>
        <a:bodyPr/>
        <a:lstStyle/>
        <a:p>
          <a:endParaRPr lang="en-US"/>
        </a:p>
      </dgm:t>
    </dgm:pt>
    <dgm:pt modelId="{97BDEF1E-54A8-490C-8B0F-4FD757DDF837}" type="sibTrans" cxnId="{2979C394-8C10-4B7E-B01E-7367A38B1EF0}">
      <dgm:prSet/>
      <dgm:spPr/>
      <dgm:t>
        <a:bodyPr/>
        <a:lstStyle/>
        <a:p>
          <a:endParaRPr lang="en-US"/>
        </a:p>
      </dgm:t>
    </dgm:pt>
    <dgm:pt modelId="{B304D8A2-ECEA-490B-B42B-D92597B7BA46}">
      <dgm:prSet phldrT="[Text]"/>
      <dgm:spPr/>
      <dgm:t>
        <a:bodyPr/>
        <a:lstStyle/>
        <a:p>
          <a:r>
            <a:rPr lang="en-US"/>
            <a:t>Managing channels</a:t>
          </a:r>
        </a:p>
      </dgm:t>
    </dgm:pt>
    <dgm:pt modelId="{785E32A5-985B-4472-AC3E-DA07FFE7ECED}" type="parTrans" cxnId="{9918535C-8A43-4259-9EBF-5311B6944E84}">
      <dgm:prSet/>
      <dgm:spPr/>
      <dgm:t>
        <a:bodyPr/>
        <a:lstStyle/>
        <a:p>
          <a:endParaRPr lang="en-US"/>
        </a:p>
      </dgm:t>
    </dgm:pt>
    <dgm:pt modelId="{A2FB4ECA-7CB8-435B-91D2-0E4030B0C21A}" type="sibTrans" cxnId="{9918535C-8A43-4259-9EBF-5311B6944E84}">
      <dgm:prSet/>
      <dgm:spPr/>
      <dgm:t>
        <a:bodyPr/>
        <a:lstStyle/>
        <a:p>
          <a:endParaRPr lang="en-US"/>
        </a:p>
      </dgm:t>
    </dgm:pt>
    <dgm:pt modelId="{C6CE17E9-68EE-4397-9838-DE3A5E3F5507}">
      <dgm:prSet phldrT="[Text]"/>
      <dgm:spPr/>
      <dgm:t>
        <a:bodyPr/>
        <a:lstStyle/>
        <a:p>
          <a:r>
            <a:rPr lang="en-US"/>
            <a:t>Price</a:t>
          </a:r>
        </a:p>
      </dgm:t>
    </dgm:pt>
    <dgm:pt modelId="{CF461C09-4BE7-48D3-8E2D-DF627FE9D6D0}" type="parTrans" cxnId="{4B2AF53E-7BCF-4E4C-BFEC-3459F556DC1D}">
      <dgm:prSet/>
      <dgm:spPr/>
      <dgm:t>
        <a:bodyPr/>
        <a:lstStyle/>
        <a:p>
          <a:endParaRPr lang="en-US"/>
        </a:p>
      </dgm:t>
    </dgm:pt>
    <dgm:pt modelId="{61777D2D-D724-44DB-8322-886B9BCD2A4B}" type="sibTrans" cxnId="{4B2AF53E-7BCF-4E4C-BFEC-3459F556DC1D}">
      <dgm:prSet/>
      <dgm:spPr/>
      <dgm:t>
        <a:bodyPr/>
        <a:lstStyle/>
        <a:p>
          <a:endParaRPr lang="en-US"/>
        </a:p>
      </dgm:t>
    </dgm:pt>
    <dgm:pt modelId="{3E69F7EF-C178-47D1-AB52-5F51485E2089}">
      <dgm:prSet phldrT="[Text]"/>
      <dgm:spPr/>
      <dgm:t>
        <a:bodyPr/>
        <a:lstStyle/>
        <a:p>
          <a:r>
            <a:rPr lang="en-US"/>
            <a:t>Objectives</a:t>
          </a:r>
        </a:p>
      </dgm:t>
    </dgm:pt>
    <dgm:pt modelId="{B829EEA1-AC08-447D-9826-317AADAD0C5C}" type="parTrans" cxnId="{1BAFA8E1-B05F-4860-A7A7-15B4C98BDD56}">
      <dgm:prSet/>
      <dgm:spPr/>
      <dgm:t>
        <a:bodyPr/>
        <a:lstStyle/>
        <a:p>
          <a:endParaRPr lang="en-US"/>
        </a:p>
      </dgm:t>
    </dgm:pt>
    <dgm:pt modelId="{D84D1DFF-6E96-4097-B0AE-D50A319698B1}" type="sibTrans" cxnId="{1BAFA8E1-B05F-4860-A7A7-15B4C98BDD56}">
      <dgm:prSet/>
      <dgm:spPr/>
      <dgm:t>
        <a:bodyPr/>
        <a:lstStyle/>
        <a:p>
          <a:endParaRPr lang="en-US"/>
        </a:p>
      </dgm:t>
    </dgm:pt>
    <dgm:pt modelId="{A83B2D52-C5D0-4CCC-980E-FFBAA52FCA3C}">
      <dgm:prSet/>
      <dgm:spPr/>
      <dgm:t>
        <a:bodyPr/>
        <a:lstStyle/>
        <a:p>
          <a:r>
            <a:rPr lang="en-US"/>
            <a:t>Promotion</a:t>
          </a:r>
        </a:p>
      </dgm:t>
    </dgm:pt>
    <dgm:pt modelId="{0A32829A-9E0F-4FD1-ABBE-D603911D8EE0}" type="parTrans" cxnId="{E8C10C18-1D6C-4DBC-BBDA-E852B21CECA6}">
      <dgm:prSet/>
      <dgm:spPr/>
      <dgm:t>
        <a:bodyPr/>
        <a:lstStyle/>
        <a:p>
          <a:endParaRPr lang="en-US"/>
        </a:p>
      </dgm:t>
    </dgm:pt>
    <dgm:pt modelId="{833AF85B-E5F8-45B0-8ED5-BFB8AAC02177}" type="sibTrans" cxnId="{E8C10C18-1D6C-4DBC-BBDA-E852B21CECA6}">
      <dgm:prSet/>
      <dgm:spPr/>
      <dgm:t>
        <a:bodyPr/>
        <a:lstStyle/>
        <a:p>
          <a:endParaRPr lang="en-US"/>
        </a:p>
      </dgm:t>
    </dgm:pt>
    <dgm:pt modelId="{A7D16D32-426B-449C-9DF7-B5450A8A77DB}">
      <dgm:prSet phldrT="[Text]"/>
      <dgm:spPr/>
      <dgm:t>
        <a:bodyPr/>
        <a:lstStyle/>
        <a:p>
          <a:r>
            <a:rPr lang="en-US"/>
            <a:t>Service</a:t>
          </a:r>
        </a:p>
      </dgm:t>
    </dgm:pt>
    <dgm:pt modelId="{57194F3D-AD9F-48C6-997E-01FE0E717A89}" type="parTrans" cxnId="{CB002498-9680-4863-A58B-14E09946C785}">
      <dgm:prSet/>
      <dgm:spPr/>
      <dgm:t>
        <a:bodyPr/>
        <a:lstStyle/>
        <a:p>
          <a:endParaRPr lang="en-US"/>
        </a:p>
      </dgm:t>
    </dgm:pt>
    <dgm:pt modelId="{DBF0DBCE-CAA2-409A-BE99-B6B5ABE93869}" type="sibTrans" cxnId="{CB002498-9680-4863-A58B-14E09946C785}">
      <dgm:prSet/>
      <dgm:spPr/>
      <dgm:t>
        <a:bodyPr/>
        <a:lstStyle/>
        <a:p>
          <a:endParaRPr lang="en-US"/>
        </a:p>
      </dgm:t>
    </dgm:pt>
    <dgm:pt modelId="{8A123470-82EC-43B3-ABB3-DDE012D85A70}">
      <dgm:prSet phldrT="[Text]"/>
      <dgm:spPr/>
      <dgm:t>
        <a:bodyPr/>
        <a:lstStyle/>
        <a:p>
          <a:r>
            <a:rPr lang="en-US"/>
            <a:t>Features</a:t>
          </a:r>
        </a:p>
      </dgm:t>
    </dgm:pt>
    <dgm:pt modelId="{4A6C87C0-3860-442B-9A2D-EF35882CA420}" type="parTrans" cxnId="{3E9E6569-5F54-4659-8443-000651AE7044}">
      <dgm:prSet/>
      <dgm:spPr/>
      <dgm:t>
        <a:bodyPr/>
        <a:lstStyle/>
        <a:p>
          <a:endParaRPr lang="en-US"/>
        </a:p>
      </dgm:t>
    </dgm:pt>
    <dgm:pt modelId="{8DAE279F-A82E-4368-A562-7824FC627A1B}" type="sibTrans" cxnId="{3E9E6569-5F54-4659-8443-000651AE7044}">
      <dgm:prSet/>
      <dgm:spPr/>
      <dgm:t>
        <a:bodyPr/>
        <a:lstStyle/>
        <a:p>
          <a:endParaRPr lang="en-US"/>
        </a:p>
      </dgm:t>
    </dgm:pt>
    <dgm:pt modelId="{E9ED7456-EE96-4F32-8627-AAF0082CAA34}">
      <dgm:prSet phldrT="[Text]"/>
      <dgm:spPr/>
      <dgm:t>
        <a:bodyPr/>
        <a:lstStyle/>
        <a:p>
          <a:r>
            <a:rPr lang="en-US"/>
            <a:t>Benefts</a:t>
          </a:r>
        </a:p>
      </dgm:t>
    </dgm:pt>
    <dgm:pt modelId="{E3213721-4900-4000-A437-5B41A7119876}" type="parTrans" cxnId="{03B5EF74-0DE3-44CA-9B6D-CF5BC5C8E5B4}">
      <dgm:prSet/>
      <dgm:spPr/>
      <dgm:t>
        <a:bodyPr/>
        <a:lstStyle/>
        <a:p>
          <a:endParaRPr lang="en-US"/>
        </a:p>
      </dgm:t>
    </dgm:pt>
    <dgm:pt modelId="{790B4767-4A82-4878-A480-5B72F660E8E5}" type="sibTrans" cxnId="{03B5EF74-0DE3-44CA-9B6D-CF5BC5C8E5B4}">
      <dgm:prSet/>
      <dgm:spPr/>
      <dgm:t>
        <a:bodyPr/>
        <a:lstStyle/>
        <a:p>
          <a:endParaRPr lang="en-US"/>
        </a:p>
      </dgm:t>
    </dgm:pt>
    <dgm:pt modelId="{8C02B1C9-0822-4AB4-A074-2272FB6C1665}">
      <dgm:prSet phldrT="[Text]"/>
      <dgm:spPr/>
      <dgm:t>
        <a:bodyPr/>
        <a:lstStyle/>
        <a:p>
          <a:r>
            <a:rPr lang="en-US"/>
            <a:t>Quality level</a:t>
          </a:r>
        </a:p>
      </dgm:t>
    </dgm:pt>
    <dgm:pt modelId="{CAD35127-E8C0-4087-B1F3-647AB505F4D2}" type="parTrans" cxnId="{69161C47-31F8-4177-B2A8-C9155DBAE1C1}">
      <dgm:prSet/>
      <dgm:spPr/>
      <dgm:t>
        <a:bodyPr/>
        <a:lstStyle/>
        <a:p>
          <a:endParaRPr lang="en-US"/>
        </a:p>
      </dgm:t>
    </dgm:pt>
    <dgm:pt modelId="{AEB4E266-DAD2-4078-AA8E-45604462A794}" type="sibTrans" cxnId="{69161C47-31F8-4177-B2A8-C9155DBAE1C1}">
      <dgm:prSet/>
      <dgm:spPr/>
      <dgm:t>
        <a:bodyPr/>
        <a:lstStyle/>
        <a:p>
          <a:endParaRPr lang="en-US"/>
        </a:p>
      </dgm:t>
    </dgm:pt>
    <dgm:pt modelId="{8CF00992-4DC9-4AD9-9811-6BD8A7A1E6BD}">
      <dgm:prSet phldrT="[Text]"/>
      <dgm:spPr/>
      <dgm:t>
        <a:bodyPr/>
        <a:lstStyle/>
        <a:p>
          <a:r>
            <a:rPr lang="en-US"/>
            <a:t>Accessories </a:t>
          </a:r>
        </a:p>
      </dgm:t>
    </dgm:pt>
    <dgm:pt modelId="{62FF9134-73AA-4A9F-9413-8ED03B00F169}" type="parTrans" cxnId="{DA6D1867-70C8-47A0-8DA9-4CEC2F53CB67}">
      <dgm:prSet/>
      <dgm:spPr/>
      <dgm:t>
        <a:bodyPr/>
        <a:lstStyle/>
        <a:p>
          <a:endParaRPr lang="en-US"/>
        </a:p>
      </dgm:t>
    </dgm:pt>
    <dgm:pt modelId="{939492A6-7984-43E1-B0BF-22806E49FF2A}" type="sibTrans" cxnId="{DA6D1867-70C8-47A0-8DA9-4CEC2F53CB67}">
      <dgm:prSet/>
      <dgm:spPr/>
      <dgm:t>
        <a:bodyPr/>
        <a:lstStyle/>
        <a:p>
          <a:endParaRPr lang="en-US"/>
        </a:p>
      </dgm:t>
    </dgm:pt>
    <dgm:pt modelId="{8136A557-C0FD-4867-A697-E656BF94BB73}">
      <dgm:prSet phldrT="[Text]"/>
      <dgm:spPr/>
      <dgm:t>
        <a:bodyPr/>
        <a:lstStyle/>
        <a:p>
          <a:r>
            <a:rPr lang="en-US"/>
            <a:t>Installation</a:t>
          </a:r>
        </a:p>
      </dgm:t>
    </dgm:pt>
    <dgm:pt modelId="{7F8CD92A-70AD-4845-A845-9156EEC59E31}" type="parTrans" cxnId="{4E21C470-FE0E-437A-8CB1-E4EA25D10665}">
      <dgm:prSet/>
      <dgm:spPr/>
      <dgm:t>
        <a:bodyPr/>
        <a:lstStyle/>
        <a:p>
          <a:endParaRPr lang="en-US"/>
        </a:p>
      </dgm:t>
    </dgm:pt>
    <dgm:pt modelId="{AD373E14-3292-4AD9-B2F1-056DE6E76981}" type="sibTrans" cxnId="{4E21C470-FE0E-437A-8CB1-E4EA25D10665}">
      <dgm:prSet/>
      <dgm:spPr/>
      <dgm:t>
        <a:bodyPr/>
        <a:lstStyle/>
        <a:p>
          <a:endParaRPr lang="en-US"/>
        </a:p>
      </dgm:t>
    </dgm:pt>
    <dgm:pt modelId="{D56B06E6-82FD-43B6-BE1B-1257A4527813}">
      <dgm:prSet phldrT="[Text]"/>
      <dgm:spPr/>
      <dgm:t>
        <a:bodyPr/>
        <a:lstStyle/>
        <a:p>
          <a:r>
            <a:rPr lang="en-US"/>
            <a:t>Instructions</a:t>
          </a:r>
        </a:p>
      </dgm:t>
    </dgm:pt>
    <dgm:pt modelId="{212C5E6C-33AA-455F-8DAC-E16B0F3CD0B6}" type="parTrans" cxnId="{8E3E4D99-457B-4876-B83C-8585F82EE9D9}">
      <dgm:prSet/>
      <dgm:spPr/>
      <dgm:t>
        <a:bodyPr/>
        <a:lstStyle/>
        <a:p>
          <a:endParaRPr lang="en-US"/>
        </a:p>
      </dgm:t>
    </dgm:pt>
    <dgm:pt modelId="{A8CF1B2F-08EC-4718-A42D-75603D48BADC}" type="sibTrans" cxnId="{8E3E4D99-457B-4876-B83C-8585F82EE9D9}">
      <dgm:prSet/>
      <dgm:spPr/>
      <dgm:t>
        <a:bodyPr/>
        <a:lstStyle/>
        <a:p>
          <a:endParaRPr lang="en-US"/>
        </a:p>
      </dgm:t>
    </dgm:pt>
    <dgm:pt modelId="{11AD24AB-9E0E-4BE0-BB9A-08512D39619D}">
      <dgm:prSet phldrT="[Text]"/>
      <dgm:spPr/>
      <dgm:t>
        <a:bodyPr/>
        <a:lstStyle/>
        <a:p>
          <a:r>
            <a:rPr lang="en-US"/>
            <a:t>Warranty</a:t>
          </a:r>
        </a:p>
      </dgm:t>
    </dgm:pt>
    <dgm:pt modelId="{65FE66A2-EBFC-4E5D-89B6-01EFF5CD30E4}" type="parTrans" cxnId="{4801D4D1-AB06-479E-8E6E-E804D9D06D59}">
      <dgm:prSet/>
      <dgm:spPr/>
      <dgm:t>
        <a:bodyPr/>
        <a:lstStyle/>
        <a:p>
          <a:endParaRPr lang="en-US"/>
        </a:p>
      </dgm:t>
    </dgm:pt>
    <dgm:pt modelId="{67135298-5EF5-45A2-890A-96C07622E44D}" type="sibTrans" cxnId="{4801D4D1-AB06-479E-8E6E-E804D9D06D59}">
      <dgm:prSet/>
      <dgm:spPr/>
      <dgm:t>
        <a:bodyPr/>
        <a:lstStyle/>
        <a:p>
          <a:endParaRPr lang="en-US"/>
        </a:p>
      </dgm:t>
    </dgm:pt>
    <dgm:pt modelId="{31D87E1D-9BF1-413D-BEC2-9284BF41A114}">
      <dgm:prSet phldrT="[Text]"/>
      <dgm:spPr/>
      <dgm:t>
        <a:bodyPr/>
        <a:lstStyle/>
        <a:p>
          <a:r>
            <a:rPr lang="en-US"/>
            <a:t>Product lines</a:t>
          </a:r>
        </a:p>
      </dgm:t>
    </dgm:pt>
    <dgm:pt modelId="{5C81FC87-FF48-48A4-985A-EEA76D2E66B9}" type="parTrans" cxnId="{B2441E62-FD10-433D-A1A9-D87DB8E7D564}">
      <dgm:prSet/>
      <dgm:spPr/>
      <dgm:t>
        <a:bodyPr/>
        <a:lstStyle/>
        <a:p>
          <a:endParaRPr lang="en-US"/>
        </a:p>
      </dgm:t>
    </dgm:pt>
    <dgm:pt modelId="{6AADF44A-14F8-463D-97FB-373B08D84EA1}" type="sibTrans" cxnId="{B2441E62-FD10-433D-A1A9-D87DB8E7D564}">
      <dgm:prSet/>
      <dgm:spPr/>
      <dgm:t>
        <a:bodyPr/>
        <a:lstStyle/>
        <a:p>
          <a:endParaRPr lang="en-US"/>
        </a:p>
      </dgm:t>
    </dgm:pt>
    <dgm:pt modelId="{8062D179-C28F-41A3-BE25-1A2740DFFCB4}">
      <dgm:prSet phldrT="[Text]"/>
      <dgm:spPr/>
      <dgm:t>
        <a:bodyPr/>
        <a:lstStyle/>
        <a:p>
          <a:r>
            <a:rPr lang="en-US"/>
            <a:t>Packaging</a:t>
          </a:r>
        </a:p>
      </dgm:t>
    </dgm:pt>
    <dgm:pt modelId="{4C96F8F2-BB7C-4107-B527-BFA7F9CF5B06}" type="parTrans" cxnId="{3A5A87CA-FF26-4C6C-98BA-7E3046EA24CC}">
      <dgm:prSet/>
      <dgm:spPr/>
      <dgm:t>
        <a:bodyPr/>
        <a:lstStyle/>
        <a:p>
          <a:endParaRPr lang="en-US"/>
        </a:p>
      </dgm:t>
    </dgm:pt>
    <dgm:pt modelId="{3111A0B8-6997-457E-810C-AC9EC72405E1}" type="sibTrans" cxnId="{3A5A87CA-FF26-4C6C-98BA-7E3046EA24CC}">
      <dgm:prSet/>
      <dgm:spPr/>
      <dgm:t>
        <a:bodyPr/>
        <a:lstStyle/>
        <a:p>
          <a:endParaRPr lang="en-US"/>
        </a:p>
      </dgm:t>
    </dgm:pt>
    <dgm:pt modelId="{313035F5-EEE6-41BF-93AC-20BB395677D2}">
      <dgm:prSet phldrT="[Text]"/>
      <dgm:spPr/>
      <dgm:t>
        <a:bodyPr/>
        <a:lstStyle/>
        <a:p>
          <a:r>
            <a:rPr lang="en-US"/>
            <a:t>Channel type</a:t>
          </a:r>
        </a:p>
      </dgm:t>
    </dgm:pt>
    <dgm:pt modelId="{17B4DBE6-CDE1-487A-963B-51AC0953B9D5}" type="parTrans" cxnId="{5AF4E111-7BC8-46F4-8E2C-0472B3C298B3}">
      <dgm:prSet/>
      <dgm:spPr/>
      <dgm:t>
        <a:bodyPr/>
        <a:lstStyle/>
        <a:p>
          <a:endParaRPr lang="en-US"/>
        </a:p>
      </dgm:t>
    </dgm:pt>
    <dgm:pt modelId="{0C231A2A-03DE-45B5-AA7D-993DE7339067}" type="sibTrans" cxnId="{5AF4E111-7BC8-46F4-8E2C-0472B3C298B3}">
      <dgm:prSet/>
      <dgm:spPr/>
      <dgm:t>
        <a:bodyPr/>
        <a:lstStyle/>
        <a:p>
          <a:endParaRPr lang="en-US"/>
        </a:p>
      </dgm:t>
    </dgm:pt>
    <dgm:pt modelId="{4466A854-C1D9-4F2C-BC63-DC484D1DB2C4}">
      <dgm:prSet phldrT="[Text]"/>
      <dgm:spPr/>
      <dgm:t>
        <a:bodyPr/>
        <a:lstStyle/>
        <a:p>
          <a:r>
            <a:rPr lang="en-US"/>
            <a:t>Market exposure</a:t>
          </a:r>
        </a:p>
      </dgm:t>
    </dgm:pt>
    <dgm:pt modelId="{5B254290-37DF-473F-B579-6E7AFA265BB5}" type="parTrans" cxnId="{1F6FBE3E-103A-403C-85E9-FB4E2FD2DB60}">
      <dgm:prSet/>
      <dgm:spPr/>
      <dgm:t>
        <a:bodyPr/>
        <a:lstStyle/>
        <a:p>
          <a:endParaRPr lang="en-US"/>
        </a:p>
      </dgm:t>
    </dgm:pt>
    <dgm:pt modelId="{302118CC-30C7-43C6-B105-7846B388E517}" type="sibTrans" cxnId="{1F6FBE3E-103A-403C-85E9-FB4E2FD2DB60}">
      <dgm:prSet/>
      <dgm:spPr/>
      <dgm:t>
        <a:bodyPr/>
        <a:lstStyle/>
        <a:p>
          <a:endParaRPr lang="en-US"/>
        </a:p>
      </dgm:t>
    </dgm:pt>
    <dgm:pt modelId="{833C2419-D548-40A2-B67F-6CAE4B852A16}">
      <dgm:prSet phldrT="[Text]"/>
      <dgm:spPr/>
      <dgm:t>
        <a:bodyPr/>
        <a:lstStyle/>
        <a:p>
          <a:r>
            <a:rPr lang="en-US"/>
            <a:t>Kinds of middlemen</a:t>
          </a:r>
        </a:p>
      </dgm:t>
    </dgm:pt>
    <dgm:pt modelId="{169FE9FF-893A-4E74-B997-914C4E4585C0}" type="parTrans" cxnId="{495E416C-0645-48F7-A2B0-FF5DF6FDB54D}">
      <dgm:prSet/>
      <dgm:spPr/>
      <dgm:t>
        <a:bodyPr/>
        <a:lstStyle/>
        <a:p>
          <a:endParaRPr lang="en-US"/>
        </a:p>
      </dgm:t>
    </dgm:pt>
    <dgm:pt modelId="{711186BF-DFED-4D81-9971-B2A9ED7B913F}" type="sibTrans" cxnId="{495E416C-0645-48F7-A2B0-FF5DF6FDB54D}">
      <dgm:prSet/>
      <dgm:spPr/>
      <dgm:t>
        <a:bodyPr/>
        <a:lstStyle/>
        <a:p>
          <a:endParaRPr lang="en-US"/>
        </a:p>
      </dgm:t>
    </dgm:pt>
    <dgm:pt modelId="{081B867A-F826-48D9-BF6F-2188BC4545C1}">
      <dgm:prSet phldrT="[Text]"/>
      <dgm:spPr/>
      <dgm:t>
        <a:bodyPr/>
        <a:lstStyle/>
        <a:p>
          <a:r>
            <a:rPr lang="en-US"/>
            <a:t>Kinds and locations of stores</a:t>
          </a:r>
        </a:p>
      </dgm:t>
    </dgm:pt>
    <dgm:pt modelId="{6561D373-2723-4133-A192-0DFB027D9A01}" type="parTrans" cxnId="{51F7AF4C-07B5-44B1-945E-D4891B1780BC}">
      <dgm:prSet/>
      <dgm:spPr/>
      <dgm:t>
        <a:bodyPr/>
        <a:lstStyle/>
        <a:p>
          <a:endParaRPr lang="en-US"/>
        </a:p>
      </dgm:t>
    </dgm:pt>
    <dgm:pt modelId="{810F7563-0AC6-4965-A786-B8FBD2612A88}" type="sibTrans" cxnId="{51F7AF4C-07B5-44B1-945E-D4891B1780BC}">
      <dgm:prSet/>
      <dgm:spPr/>
      <dgm:t>
        <a:bodyPr/>
        <a:lstStyle/>
        <a:p>
          <a:endParaRPr lang="en-US"/>
        </a:p>
      </dgm:t>
    </dgm:pt>
    <dgm:pt modelId="{333CCC60-26E4-4775-A85F-87CAEEAEAF7A}">
      <dgm:prSet phldrT="[Text]"/>
      <dgm:spPr/>
      <dgm:t>
        <a:bodyPr/>
        <a:lstStyle/>
        <a:p>
          <a:r>
            <a:rPr lang="en-US"/>
            <a:t>Transporting and storing</a:t>
          </a:r>
        </a:p>
      </dgm:t>
    </dgm:pt>
    <dgm:pt modelId="{F99F766E-EE8E-43CE-8886-15F981CF478E}" type="parTrans" cxnId="{B6C4B4E6-BDED-431B-902A-2B568D5A22F5}">
      <dgm:prSet/>
      <dgm:spPr/>
      <dgm:t>
        <a:bodyPr/>
        <a:lstStyle/>
        <a:p>
          <a:endParaRPr lang="en-US"/>
        </a:p>
      </dgm:t>
    </dgm:pt>
    <dgm:pt modelId="{7FB0E186-13E5-44FF-AE56-764378E0786F}" type="sibTrans" cxnId="{B6C4B4E6-BDED-431B-902A-2B568D5A22F5}">
      <dgm:prSet/>
      <dgm:spPr/>
      <dgm:t>
        <a:bodyPr/>
        <a:lstStyle/>
        <a:p>
          <a:endParaRPr lang="en-US"/>
        </a:p>
      </dgm:t>
    </dgm:pt>
    <dgm:pt modelId="{9BCF604A-2D22-47E2-B7ED-D024283BA634}">
      <dgm:prSet phldrT="[Text]"/>
      <dgm:spPr/>
      <dgm:t>
        <a:bodyPr/>
        <a:lstStyle/>
        <a:p>
          <a:r>
            <a:rPr lang="en-US"/>
            <a:t>Service levels</a:t>
          </a:r>
        </a:p>
      </dgm:t>
    </dgm:pt>
    <dgm:pt modelId="{AB95EC58-D169-434F-83A0-C03841D7AE9A}" type="parTrans" cxnId="{860BE833-F2D8-4423-8730-F1957E3D6425}">
      <dgm:prSet/>
      <dgm:spPr/>
      <dgm:t>
        <a:bodyPr/>
        <a:lstStyle/>
        <a:p>
          <a:endParaRPr lang="en-US"/>
        </a:p>
      </dgm:t>
    </dgm:pt>
    <dgm:pt modelId="{1A340E1B-7320-4C8D-BA8F-66F8FB97B301}" type="sibTrans" cxnId="{860BE833-F2D8-4423-8730-F1957E3D6425}">
      <dgm:prSet/>
      <dgm:spPr/>
      <dgm:t>
        <a:bodyPr/>
        <a:lstStyle/>
        <a:p>
          <a:endParaRPr lang="en-US"/>
        </a:p>
      </dgm:t>
    </dgm:pt>
    <dgm:pt modelId="{F2881ECE-001E-490D-B348-8D1813D7412D}">
      <dgm:prSet phldrT="[Text]"/>
      <dgm:spPr/>
      <dgm:t>
        <a:bodyPr/>
        <a:lstStyle/>
        <a:p>
          <a:r>
            <a:rPr lang="en-US"/>
            <a:t>Recruiting middlemen</a:t>
          </a:r>
        </a:p>
      </dgm:t>
    </dgm:pt>
    <dgm:pt modelId="{56197837-9065-4602-8FF3-2AFF6CB5F914}" type="parTrans" cxnId="{6E9F96EE-E46A-4034-842D-45712F1EF08C}">
      <dgm:prSet/>
      <dgm:spPr/>
      <dgm:t>
        <a:bodyPr/>
        <a:lstStyle/>
        <a:p>
          <a:endParaRPr lang="en-US"/>
        </a:p>
      </dgm:t>
    </dgm:pt>
    <dgm:pt modelId="{2D17614B-ADFC-49A8-BA11-B63D63EA8E36}" type="sibTrans" cxnId="{6E9F96EE-E46A-4034-842D-45712F1EF08C}">
      <dgm:prSet/>
      <dgm:spPr/>
      <dgm:t>
        <a:bodyPr/>
        <a:lstStyle/>
        <a:p>
          <a:endParaRPr lang="en-US"/>
        </a:p>
      </dgm:t>
    </dgm:pt>
    <dgm:pt modelId="{FE62FE38-C505-47DD-A8F3-DE08E474A1C6}">
      <dgm:prSet/>
      <dgm:spPr/>
      <dgm:t>
        <a:bodyPr/>
        <a:lstStyle/>
        <a:p>
          <a:r>
            <a:rPr lang="en-US"/>
            <a:t>Objectives</a:t>
          </a:r>
        </a:p>
      </dgm:t>
    </dgm:pt>
    <dgm:pt modelId="{575BB6D0-D56E-4B85-AF2C-4C82254A7ECA}" type="parTrans" cxnId="{BAB66588-312E-4B9C-ABF7-3986FD88DA23}">
      <dgm:prSet/>
      <dgm:spPr/>
      <dgm:t>
        <a:bodyPr/>
        <a:lstStyle/>
        <a:p>
          <a:endParaRPr lang="en-US"/>
        </a:p>
      </dgm:t>
    </dgm:pt>
    <dgm:pt modelId="{4C79886E-498E-4A68-A867-B6C44D7F6397}" type="sibTrans" cxnId="{BAB66588-312E-4B9C-ABF7-3986FD88DA23}">
      <dgm:prSet/>
      <dgm:spPr/>
      <dgm:t>
        <a:bodyPr/>
        <a:lstStyle/>
        <a:p>
          <a:endParaRPr lang="en-US"/>
        </a:p>
      </dgm:t>
    </dgm:pt>
    <dgm:pt modelId="{7F067AB2-AC8C-4EBD-BA87-4F54D3DB37FE}">
      <dgm:prSet/>
      <dgm:spPr/>
      <dgm:t>
        <a:bodyPr/>
        <a:lstStyle/>
        <a:p>
          <a:endParaRPr lang="en-US"/>
        </a:p>
      </dgm:t>
    </dgm:pt>
    <dgm:pt modelId="{F5BDB22F-F9BB-48AE-B729-C7E70D9574FD}" type="parTrans" cxnId="{7D0D56E4-51DA-4698-BF91-CD9AE81398DC}">
      <dgm:prSet/>
      <dgm:spPr/>
      <dgm:t>
        <a:bodyPr/>
        <a:lstStyle/>
        <a:p>
          <a:endParaRPr lang="en-US"/>
        </a:p>
      </dgm:t>
    </dgm:pt>
    <dgm:pt modelId="{B0FFE02C-7E11-44DA-A5F3-F37E06561AC5}" type="sibTrans" cxnId="{7D0D56E4-51DA-4698-BF91-CD9AE81398DC}">
      <dgm:prSet/>
      <dgm:spPr/>
      <dgm:t>
        <a:bodyPr/>
        <a:lstStyle/>
        <a:p>
          <a:endParaRPr lang="en-US"/>
        </a:p>
      </dgm:t>
    </dgm:pt>
    <dgm:pt modelId="{D2906E0B-5439-4E11-8561-8760614FEE3B}">
      <dgm:prSet/>
      <dgm:spPr/>
      <dgm:t>
        <a:bodyPr/>
        <a:lstStyle/>
        <a:p>
          <a:r>
            <a:rPr lang="en-US"/>
            <a:t>Promotion blend</a:t>
          </a:r>
        </a:p>
      </dgm:t>
    </dgm:pt>
    <dgm:pt modelId="{90FC0778-F884-4EB9-B8FD-B3D659E912F8}" type="parTrans" cxnId="{767355D2-D4BA-45AB-B202-33C865CD8443}">
      <dgm:prSet/>
      <dgm:spPr/>
      <dgm:t>
        <a:bodyPr/>
        <a:lstStyle/>
        <a:p>
          <a:endParaRPr lang="en-US"/>
        </a:p>
      </dgm:t>
    </dgm:pt>
    <dgm:pt modelId="{96628A21-C641-49DA-A21E-98AA5C057B9C}" type="sibTrans" cxnId="{767355D2-D4BA-45AB-B202-33C865CD8443}">
      <dgm:prSet/>
      <dgm:spPr/>
      <dgm:t>
        <a:bodyPr/>
        <a:lstStyle/>
        <a:p>
          <a:endParaRPr lang="en-US"/>
        </a:p>
      </dgm:t>
    </dgm:pt>
    <dgm:pt modelId="{B210E734-04A7-4BE4-BB59-49A3E415F071}">
      <dgm:prSet/>
      <dgm:spPr/>
      <dgm:t>
        <a:bodyPr/>
        <a:lstStyle/>
        <a:p>
          <a:r>
            <a:rPr lang="en-US"/>
            <a:t>Sales people</a:t>
          </a:r>
        </a:p>
      </dgm:t>
    </dgm:pt>
    <dgm:pt modelId="{62A2431D-ECAC-4C20-8842-6724A82AB483}" type="parTrans" cxnId="{5C8C11E7-16A6-4670-8499-6D0C53760580}">
      <dgm:prSet/>
      <dgm:spPr/>
      <dgm:t>
        <a:bodyPr/>
        <a:lstStyle/>
        <a:p>
          <a:endParaRPr lang="en-US"/>
        </a:p>
      </dgm:t>
    </dgm:pt>
    <dgm:pt modelId="{64D5342A-8C74-41D1-AA87-55B906979EBD}" type="sibTrans" cxnId="{5C8C11E7-16A6-4670-8499-6D0C53760580}">
      <dgm:prSet/>
      <dgm:spPr/>
      <dgm:t>
        <a:bodyPr/>
        <a:lstStyle/>
        <a:p>
          <a:endParaRPr lang="en-US"/>
        </a:p>
      </dgm:t>
    </dgm:pt>
    <dgm:pt modelId="{2DAB3B37-88E6-4FE1-9FF0-BDCA7D01FE4B}">
      <dgm:prSet/>
      <dgm:spPr/>
      <dgm:t>
        <a:bodyPr/>
        <a:lstStyle/>
        <a:p>
          <a:r>
            <a:rPr lang="en-US"/>
            <a:t>Advertising</a:t>
          </a:r>
        </a:p>
      </dgm:t>
    </dgm:pt>
    <dgm:pt modelId="{7590F92C-FB64-49F5-B7D4-E8D2EE8BA767}" type="parTrans" cxnId="{ADDD35DE-7724-4B30-8CF3-291B30B490BF}">
      <dgm:prSet/>
      <dgm:spPr/>
      <dgm:t>
        <a:bodyPr/>
        <a:lstStyle/>
        <a:p>
          <a:endParaRPr lang="en-US"/>
        </a:p>
      </dgm:t>
    </dgm:pt>
    <dgm:pt modelId="{73CC0C9B-811B-4EA8-B9D0-57BBBCC360AE}" type="sibTrans" cxnId="{ADDD35DE-7724-4B30-8CF3-291B30B490BF}">
      <dgm:prSet/>
      <dgm:spPr/>
      <dgm:t>
        <a:bodyPr/>
        <a:lstStyle/>
        <a:p>
          <a:endParaRPr lang="en-US"/>
        </a:p>
      </dgm:t>
    </dgm:pt>
    <dgm:pt modelId="{4996A4AD-DA12-45DC-9A30-6924E676E81E}">
      <dgm:prSet/>
      <dgm:spPr/>
      <dgm:t>
        <a:bodyPr/>
        <a:lstStyle/>
        <a:p>
          <a:r>
            <a:rPr lang="en-US"/>
            <a:t>Sales promotion</a:t>
          </a:r>
        </a:p>
      </dgm:t>
    </dgm:pt>
    <dgm:pt modelId="{247801BF-A25F-4003-B6A6-370E2B31D96D}" type="parTrans" cxnId="{B35A60C6-79DD-4B1E-AFC4-92C7D6E27E0E}">
      <dgm:prSet/>
      <dgm:spPr/>
      <dgm:t>
        <a:bodyPr/>
        <a:lstStyle/>
        <a:p>
          <a:endParaRPr lang="en-US"/>
        </a:p>
      </dgm:t>
    </dgm:pt>
    <dgm:pt modelId="{08BF98E4-D3B2-4CA5-88A7-D0ED5F8AC5B5}" type="sibTrans" cxnId="{B35A60C6-79DD-4B1E-AFC4-92C7D6E27E0E}">
      <dgm:prSet/>
      <dgm:spPr/>
      <dgm:t>
        <a:bodyPr/>
        <a:lstStyle/>
        <a:p>
          <a:endParaRPr lang="en-US"/>
        </a:p>
      </dgm:t>
    </dgm:pt>
    <dgm:pt modelId="{000782D7-B466-49E4-BB91-7FEB6C4A42CD}">
      <dgm:prSet/>
      <dgm:spPr/>
      <dgm:t>
        <a:bodyPr/>
        <a:lstStyle/>
        <a:p>
          <a:r>
            <a:rPr lang="en-US"/>
            <a:t>Publicity</a:t>
          </a:r>
        </a:p>
      </dgm:t>
    </dgm:pt>
    <dgm:pt modelId="{B677BCD6-AAE4-4AC9-A68A-BA95F2276735}" type="parTrans" cxnId="{A71E8737-92A7-4FFE-9CBB-E2E0C5A997C6}">
      <dgm:prSet/>
      <dgm:spPr/>
      <dgm:t>
        <a:bodyPr/>
        <a:lstStyle/>
        <a:p>
          <a:endParaRPr lang="en-US"/>
        </a:p>
      </dgm:t>
    </dgm:pt>
    <dgm:pt modelId="{9806A7C4-17B1-40DF-AA9C-4AA708FAC4C7}" type="sibTrans" cxnId="{A71E8737-92A7-4FFE-9CBB-E2E0C5A997C6}">
      <dgm:prSet/>
      <dgm:spPr/>
      <dgm:t>
        <a:bodyPr/>
        <a:lstStyle/>
        <a:p>
          <a:endParaRPr lang="en-US"/>
        </a:p>
      </dgm:t>
    </dgm:pt>
    <dgm:pt modelId="{DE6045C5-7CBD-4D13-B534-1AE2A84E655B}">
      <dgm:prSet phldrT="[Text]"/>
      <dgm:spPr/>
      <dgm:t>
        <a:bodyPr/>
        <a:lstStyle/>
        <a:p>
          <a:r>
            <a:rPr lang="en-US"/>
            <a:t>Flexibility</a:t>
          </a:r>
        </a:p>
      </dgm:t>
    </dgm:pt>
    <dgm:pt modelId="{91106356-21BE-45E5-A056-CD0075BBC201}" type="parTrans" cxnId="{D695A3CF-2C5C-488F-BB79-6C9BEA5EC138}">
      <dgm:prSet/>
      <dgm:spPr/>
      <dgm:t>
        <a:bodyPr/>
        <a:lstStyle/>
        <a:p>
          <a:endParaRPr lang="en-US"/>
        </a:p>
      </dgm:t>
    </dgm:pt>
    <dgm:pt modelId="{105D5E0C-0410-4522-A506-6B769D3A953D}" type="sibTrans" cxnId="{D695A3CF-2C5C-488F-BB79-6C9BEA5EC138}">
      <dgm:prSet/>
      <dgm:spPr/>
      <dgm:t>
        <a:bodyPr/>
        <a:lstStyle/>
        <a:p>
          <a:endParaRPr lang="en-US"/>
        </a:p>
      </dgm:t>
    </dgm:pt>
    <dgm:pt modelId="{AF30FD55-17EF-4786-A464-D923657DE6E1}">
      <dgm:prSet phldrT="[Text]"/>
      <dgm:spPr/>
      <dgm:t>
        <a:bodyPr/>
        <a:lstStyle/>
        <a:p>
          <a:r>
            <a:rPr lang="en-US"/>
            <a:t>Product life cycle</a:t>
          </a:r>
        </a:p>
      </dgm:t>
    </dgm:pt>
    <dgm:pt modelId="{207D450B-B98F-413C-AC0C-23281B64D535}" type="parTrans" cxnId="{227CB2E1-7B09-420F-95E1-EB5B743798AF}">
      <dgm:prSet/>
      <dgm:spPr/>
      <dgm:t>
        <a:bodyPr/>
        <a:lstStyle/>
        <a:p>
          <a:endParaRPr lang="en-US"/>
        </a:p>
      </dgm:t>
    </dgm:pt>
    <dgm:pt modelId="{584E175F-506E-4E97-B9BE-04122072E204}" type="sibTrans" cxnId="{227CB2E1-7B09-420F-95E1-EB5B743798AF}">
      <dgm:prSet/>
      <dgm:spPr/>
      <dgm:t>
        <a:bodyPr/>
        <a:lstStyle/>
        <a:p>
          <a:endParaRPr lang="en-US"/>
        </a:p>
      </dgm:t>
    </dgm:pt>
    <dgm:pt modelId="{465C0F39-9952-4EBB-96D7-5CE1678EFD04}">
      <dgm:prSet phldrT="[Text]"/>
      <dgm:spPr/>
      <dgm:t>
        <a:bodyPr/>
        <a:lstStyle/>
        <a:p>
          <a:r>
            <a:rPr lang="en-US"/>
            <a:t>Geographic terms</a:t>
          </a:r>
        </a:p>
      </dgm:t>
    </dgm:pt>
    <dgm:pt modelId="{FF2E549D-21E0-43DE-82ED-7AD9CDF3D101}" type="parTrans" cxnId="{9B92E754-D5D5-4E45-97F9-00A075AFA1A0}">
      <dgm:prSet/>
      <dgm:spPr/>
      <dgm:t>
        <a:bodyPr/>
        <a:lstStyle/>
        <a:p>
          <a:endParaRPr lang="en-US"/>
        </a:p>
      </dgm:t>
    </dgm:pt>
    <dgm:pt modelId="{3FE5E271-C0E6-42E0-AABC-44F2D44021E8}" type="sibTrans" cxnId="{9B92E754-D5D5-4E45-97F9-00A075AFA1A0}">
      <dgm:prSet/>
      <dgm:spPr/>
      <dgm:t>
        <a:bodyPr/>
        <a:lstStyle/>
        <a:p>
          <a:endParaRPr lang="en-US"/>
        </a:p>
      </dgm:t>
    </dgm:pt>
    <dgm:pt modelId="{4314568D-052B-4DA1-A605-DBADB6C09C1C}">
      <dgm:prSet phldrT="[Text]"/>
      <dgm:spPr/>
      <dgm:t>
        <a:bodyPr/>
        <a:lstStyle/>
        <a:p>
          <a:r>
            <a:rPr lang="en-US"/>
            <a:t>Discount</a:t>
          </a:r>
        </a:p>
      </dgm:t>
    </dgm:pt>
    <dgm:pt modelId="{B7D71181-2E5F-42C7-9A75-2389F809EB94}" type="parTrans" cxnId="{22768E5B-2803-4927-885E-BD6502CDE036}">
      <dgm:prSet/>
      <dgm:spPr/>
      <dgm:t>
        <a:bodyPr/>
        <a:lstStyle/>
        <a:p>
          <a:endParaRPr lang="en-US"/>
        </a:p>
      </dgm:t>
    </dgm:pt>
    <dgm:pt modelId="{E6456EFC-892A-4E3F-B35F-35F8B3934B79}" type="sibTrans" cxnId="{22768E5B-2803-4927-885E-BD6502CDE036}">
      <dgm:prSet/>
      <dgm:spPr/>
      <dgm:t>
        <a:bodyPr/>
        <a:lstStyle/>
        <a:p>
          <a:endParaRPr lang="en-US"/>
        </a:p>
      </dgm:t>
    </dgm:pt>
    <dgm:pt modelId="{87737764-0FC3-4181-8F9C-CBF7EB080BC7}">
      <dgm:prSet phldrT="[Text]"/>
      <dgm:spPr/>
      <dgm:t>
        <a:bodyPr/>
        <a:lstStyle/>
        <a:p>
          <a:r>
            <a:rPr lang="en-US"/>
            <a:t>Allowances</a:t>
          </a:r>
        </a:p>
      </dgm:t>
    </dgm:pt>
    <dgm:pt modelId="{840DFCAA-DAE8-4EB3-86CB-BEBE172E58B2}" type="parTrans" cxnId="{7815ED30-BBC1-442B-937A-9058DEAE4D0E}">
      <dgm:prSet/>
      <dgm:spPr/>
      <dgm:t>
        <a:bodyPr/>
        <a:lstStyle/>
        <a:p>
          <a:endParaRPr lang="en-US"/>
        </a:p>
      </dgm:t>
    </dgm:pt>
    <dgm:pt modelId="{55F33542-A147-4E47-93DA-672FF5548660}" type="sibTrans" cxnId="{7815ED30-BBC1-442B-937A-9058DEAE4D0E}">
      <dgm:prSet/>
      <dgm:spPr/>
      <dgm:t>
        <a:bodyPr/>
        <a:lstStyle/>
        <a:p>
          <a:endParaRPr lang="en-US"/>
        </a:p>
      </dgm:t>
    </dgm:pt>
    <dgm:pt modelId="{34A6CBFD-B588-4C09-BCCF-BD0CAEAE3EDA}" type="pres">
      <dgm:prSet presAssocID="{F233767D-8ED5-4F9E-A90D-BD0095A7E8AF}" presName="Name0" presStyleCnt="0">
        <dgm:presLayoutVars>
          <dgm:dir/>
          <dgm:animLvl val="lvl"/>
          <dgm:resizeHandles val="exact"/>
        </dgm:presLayoutVars>
      </dgm:prSet>
      <dgm:spPr/>
    </dgm:pt>
    <dgm:pt modelId="{42CE8CDC-58BC-47BC-8AF2-8593F874676C}" type="pres">
      <dgm:prSet presAssocID="{9DED0AEB-24D3-4AC5-BBF5-A41FC13441AC}" presName="composite" presStyleCnt="0"/>
      <dgm:spPr/>
    </dgm:pt>
    <dgm:pt modelId="{29CE9DE5-8A57-441D-8A1B-D443A5276496}" type="pres">
      <dgm:prSet presAssocID="{9DED0AEB-24D3-4AC5-BBF5-A41FC13441AC}" presName="parTx" presStyleLbl="alignNode1" presStyleIdx="0" presStyleCnt="4">
        <dgm:presLayoutVars>
          <dgm:chMax val="0"/>
          <dgm:chPref val="0"/>
          <dgm:bulletEnabled val="1"/>
        </dgm:presLayoutVars>
      </dgm:prSet>
      <dgm:spPr/>
    </dgm:pt>
    <dgm:pt modelId="{8993A06D-6B32-4D52-A816-DC6162A559F0}" type="pres">
      <dgm:prSet presAssocID="{9DED0AEB-24D3-4AC5-BBF5-A41FC13441AC}" presName="desTx" presStyleLbl="alignAccFollowNode1" presStyleIdx="0" presStyleCnt="4">
        <dgm:presLayoutVars>
          <dgm:bulletEnabled val="1"/>
        </dgm:presLayoutVars>
      </dgm:prSet>
      <dgm:spPr/>
    </dgm:pt>
    <dgm:pt modelId="{5E74F781-1699-4AF3-A6C6-BAD7FEBEEDC9}" type="pres">
      <dgm:prSet presAssocID="{F81E8959-F133-4A5F-88A5-812EDAA91C31}" presName="space" presStyleCnt="0"/>
      <dgm:spPr/>
    </dgm:pt>
    <dgm:pt modelId="{D3521E5D-07FA-42F0-8282-737F1A51AF5B}" type="pres">
      <dgm:prSet presAssocID="{970531CA-895B-435F-B99C-A0496471F1F0}" presName="composite" presStyleCnt="0"/>
      <dgm:spPr/>
    </dgm:pt>
    <dgm:pt modelId="{38708B99-3D74-484E-8FD6-8584E0C63A50}" type="pres">
      <dgm:prSet presAssocID="{970531CA-895B-435F-B99C-A0496471F1F0}" presName="parTx" presStyleLbl="alignNode1" presStyleIdx="1" presStyleCnt="4">
        <dgm:presLayoutVars>
          <dgm:chMax val="0"/>
          <dgm:chPref val="0"/>
          <dgm:bulletEnabled val="1"/>
        </dgm:presLayoutVars>
      </dgm:prSet>
      <dgm:spPr/>
    </dgm:pt>
    <dgm:pt modelId="{7EEC42CD-5E91-4674-91F2-0C3A7922B42F}" type="pres">
      <dgm:prSet presAssocID="{970531CA-895B-435F-B99C-A0496471F1F0}" presName="desTx" presStyleLbl="alignAccFollowNode1" presStyleIdx="1" presStyleCnt="4">
        <dgm:presLayoutVars>
          <dgm:bulletEnabled val="1"/>
        </dgm:presLayoutVars>
      </dgm:prSet>
      <dgm:spPr/>
    </dgm:pt>
    <dgm:pt modelId="{E5E303BA-3970-4914-BB34-C701E5B003D0}" type="pres">
      <dgm:prSet presAssocID="{68B83B2A-7ADE-42AC-B539-F749BCA93AA8}" presName="space" presStyleCnt="0"/>
      <dgm:spPr/>
    </dgm:pt>
    <dgm:pt modelId="{8754870F-6F06-44AE-A676-D72F581DB9CF}" type="pres">
      <dgm:prSet presAssocID="{A83B2D52-C5D0-4CCC-980E-FFBAA52FCA3C}" presName="composite" presStyleCnt="0"/>
      <dgm:spPr/>
    </dgm:pt>
    <dgm:pt modelId="{C2161342-6E7E-4A6E-813E-62422E8BEBCF}" type="pres">
      <dgm:prSet presAssocID="{A83B2D52-C5D0-4CCC-980E-FFBAA52FCA3C}" presName="parTx" presStyleLbl="alignNode1" presStyleIdx="2" presStyleCnt="4">
        <dgm:presLayoutVars>
          <dgm:chMax val="0"/>
          <dgm:chPref val="0"/>
          <dgm:bulletEnabled val="1"/>
        </dgm:presLayoutVars>
      </dgm:prSet>
      <dgm:spPr/>
    </dgm:pt>
    <dgm:pt modelId="{636A08A4-6793-4867-BEA2-E958A6F77A30}" type="pres">
      <dgm:prSet presAssocID="{A83B2D52-C5D0-4CCC-980E-FFBAA52FCA3C}" presName="desTx" presStyleLbl="alignAccFollowNode1" presStyleIdx="2" presStyleCnt="4">
        <dgm:presLayoutVars>
          <dgm:bulletEnabled val="1"/>
        </dgm:presLayoutVars>
      </dgm:prSet>
      <dgm:spPr/>
    </dgm:pt>
    <dgm:pt modelId="{27EFB080-274B-4E2F-A13F-A7D2813A956A}" type="pres">
      <dgm:prSet presAssocID="{833AF85B-E5F8-45B0-8ED5-BFB8AAC02177}" presName="space" presStyleCnt="0"/>
      <dgm:spPr/>
    </dgm:pt>
    <dgm:pt modelId="{49CA42BA-9520-4802-82E8-4AE9BA87A845}" type="pres">
      <dgm:prSet presAssocID="{C6CE17E9-68EE-4397-9838-DE3A5E3F5507}" presName="composite" presStyleCnt="0"/>
      <dgm:spPr/>
    </dgm:pt>
    <dgm:pt modelId="{255D5B9A-68A0-4475-869D-46A9AA13A3D4}" type="pres">
      <dgm:prSet presAssocID="{C6CE17E9-68EE-4397-9838-DE3A5E3F5507}" presName="parTx" presStyleLbl="alignNode1" presStyleIdx="3" presStyleCnt="4">
        <dgm:presLayoutVars>
          <dgm:chMax val="0"/>
          <dgm:chPref val="0"/>
          <dgm:bulletEnabled val="1"/>
        </dgm:presLayoutVars>
      </dgm:prSet>
      <dgm:spPr/>
    </dgm:pt>
    <dgm:pt modelId="{0F8E48B9-D030-44A5-A1E4-35920917104D}" type="pres">
      <dgm:prSet presAssocID="{C6CE17E9-68EE-4397-9838-DE3A5E3F5507}" presName="desTx" presStyleLbl="alignAccFollowNode1" presStyleIdx="3" presStyleCnt="4">
        <dgm:presLayoutVars>
          <dgm:bulletEnabled val="1"/>
        </dgm:presLayoutVars>
      </dgm:prSet>
      <dgm:spPr/>
    </dgm:pt>
  </dgm:ptLst>
  <dgm:cxnLst>
    <dgm:cxn modelId="{D388D808-02E1-410C-9407-9B05ADA52DBD}" type="presOf" srcId="{8CF00992-4DC9-4AD9-9811-6BD8A7A1E6BD}" destId="{8993A06D-6B32-4D52-A816-DC6162A559F0}" srcOrd="0" destOrd="5" presId="urn:microsoft.com/office/officeart/2005/8/layout/hList1"/>
    <dgm:cxn modelId="{6584D30D-A77C-4F7F-9DBB-E0AC2C2F58CA}" type="presOf" srcId="{C6CE17E9-68EE-4397-9838-DE3A5E3F5507}" destId="{255D5B9A-68A0-4475-869D-46A9AA13A3D4}" srcOrd="0" destOrd="0" presId="urn:microsoft.com/office/officeart/2005/8/layout/hList1"/>
    <dgm:cxn modelId="{5AF4E111-7BC8-46F4-8E2C-0472B3C298B3}" srcId="{970531CA-895B-435F-B99C-A0496471F1F0}" destId="{313035F5-EEE6-41BF-93AC-20BB395677D2}" srcOrd="1" destOrd="0" parTransId="{17B4DBE6-CDE1-487A-963B-51AC0953B9D5}" sibTransId="{0C231A2A-03DE-45B5-AA7D-993DE7339067}"/>
    <dgm:cxn modelId="{E8C10C18-1D6C-4DBC-BBDA-E852B21CECA6}" srcId="{F233767D-8ED5-4F9E-A90D-BD0095A7E8AF}" destId="{A83B2D52-C5D0-4CCC-980E-FFBAA52FCA3C}" srcOrd="2" destOrd="0" parTransId="{0A32829A-9E0F-4FD1-ABBE-D603911D8EE0}" sibTransId="{833AF85B-E5F8-45B0-8ED5-BFB8AAC02177}"/>
    <dgm:cxn modelId="{B3723A18-92C0-4826-A8E1-F2098E409890}" type="presOf" srcId="{87737764-0FC3-4181-8F9C-CBF7EB080BC7}" destId="{0F8E48B9-D030-44A5-A1E4-35920917104D}" srcOrd="0" destOrd="5" presId="urn:microsoft.com/office/officeart/2005/8/layout/hList1"/>
    <dgm:cxn modelId="{6B6E7A1E-6215-4EAB-8D90-1250293A1C25}" type="presOf" srcId="{A83B2D52-C5D0-4CCC-980E-FFBAA52FCA3C}" destId="{C2161342-6E7E-4A6E-813E-62422E8BEBCF}" srcOrd="0" destOrd="0" presId="urn:microsoft.com/office/officeart/2005/8/layout/hList1"/>
    <dgm:cxn modelId="{7815ED30-BBC1-442B-937A-9058DEAE4D0E}" srcId="{C6CE17E9-68EE-4397-9838-DE3A5E3F5507}" destId="{87737764-0FC3-4181-8F9C-CBF7EB080BC7}" srcOrd="5" destOrd="0" parTransId="{840DFCAA-DAE8-4EB3-86CB-BEBE172E58B2}" sibTransId="{55F33542-A147-4E47-93DA-672FF5548660}"/>
    <dgm:cxn modelId="{FF7CE331-FBA3-4F13-B176-3C8485793698}" type="presOf" srcId="{D2906E0B-5439-4E11-8561-8760614FEE3B}" destId="{636A08A4-6793-4867-BEA2-E958A6F77A30}" srcOrd="0" destOrd="1" presId="urn:microsoft.com/office/officeart/2005/8/layout/hList1"/>
    <dgm:cxn modelId="{860BE833-F2D8-4423-8730-F1957E3D6425}" srcId="{970531CA-895B-435F-B99C-A0496471F1F0}" destId="{9BCF604A-2D22-47E2-B7ED-D024283BA634}" srcOrd="6" destOrd="0" parTransId="{AB95EC58-D169-434F-83A0-C03841D7AE9A}" sibTransId="{1A340E1B-7320-4C8D-BA8F-66F8FB97B301}"/>
    <dgm:cxn modelId="{A71E8737-92A7-4FFE-9CBB-E2E0C5A997C6}" srcId="{A83B2D52-C5D0-4CCC-980E-FFBAA52FCA3C}" destId="{000782D7-B466-49E4-BB91-7FEB6C4A42CD}" srcOrd="5" destOrd="0" parTransId="{B677BCD6-AAE4-4AC9-A68A-BA95F2276735}" sibTransId="{9806A7C4-17B1-40DF-AA9C-4AA708FAC4C7}"/>
    <dgm:cxn modelId="{76D14B3A-DFD1-45F6-B35F-22B229579BF4}" type="presOf" srcId="{8C02B1C9-0822-4AB4-A074-2272FB6C1665}" destId="{8993A06D-6B32-4D52-A816-DC6162A559F0}" srcOrd="0" destOrd="4" presId="urn:microsoft.com/office/officeart/2005/8/layout/hList1"/>
    <dgm:cxn modelId="{1F6FBE3E-103A-403C-85E9-FB4E2FD2DB60}" srcId="{970531CA-895B-435F-B99C-A0496471F1F0}" destId="{4466A854-C1D9-4F2C-BC63-DC484D1DB2C4}" srcOrd="2" destOrd="0" parTransId="{5B254290-37DF-473F-B579-6E7AFA265BB5}" sibTransId="{302118CC-30C7-43C6-B105-7846B388E517}"/>
    <dgm:cxn modelId="{4B2AF53E-7BCF-4E4C-BFEC-3459F556DC1D}" srcId="{F233767D-8ED5-4F9E-A90D-BD0095A7E8AF}" destId="{C6CE17E9-68EE-4397-9838-DE3A5E3F5507}" srcOrd="3" destOrd="0" parTransId="{CF461C09-4BE7-48D3-8E2D-DF627FE9D6D0}" sibTransId="{61777D2D-D724-44DB-8322-886B9BCD2A4B}"/>
    <dgm:cxn modelId="{22768E5B-2803-4927-885E-BD6502CDE036}" srcId="{C6CE17E9-68EE-4397-9838-DE3A5E3F5507}" destId="{4314568D-052B-4DA1-A605-DBADB6C09C1C}" srcOrd="4" destOrd="0" parTransId="{B7D71181-2E5F-42C7-9A75-2389F809EB94}" sibTransId="{E6456EFC-892A-4E3F-B35F-35F8B3934B79}"/>
    <dgm:cxn modelId="{EB5C695C-2065-467E-9439-3639C4C7F23E}" type="presOf" srcId="{31D87E1D-9BF1-413D-BEC2-9284BF41A114}" destId="{8993A06D-6B32-4D52-A816-DC6162A559F0}" srcOrd="0" destOrd="9" presId="urn:microsoft.com/office/officeart/2005/8/layout/hList1"/>
    <dgm:cxn modelId="{9918535C-8A43-4259-9EBF-5311B6944E84}" srcId="{970531CA-895B-435F-B99C-A0496471F1F0}" destId="{B304D8A2-ECEA-490B-B42B-D92597B7BA46}" srcOrd="8" destOrd="0" parTransId="{785E32A5-985B-4472-AC3E-DA07FFE7ECED}" sibTransId="{A2FB4ECA-7CB8-435B-91D2-0E4030B0C21A}"/>
    <dgm:cxn modelId="{BC53235E-A34A-4166-86E4-C991FADAF84D}" type="presOf" srcId="{9BCF604A-2D22-47E2-B7ED-D024283BA634}" destId="{7EEC42CD-5E91-4674-91F2-0C3A7922B42F}" srcOrd="0" destOrd="6" presId="urn:microsoft.com/office/officeart/2005/8/layout/hList1"/>
    <dgm:cxn modelId="{0F409661-2DE8-4A84-973B-60649A040AB3}" srcId="{9DED0AEB-24D3-4AC5-BBF5-A41FC13441AC}" destId="{155166A5-9EAF-4C3A-929C-EBCDCB7E96DD}" srcOrd="11" destOrd="0" parTransId="{EC7FCE73-F619-4C54-82B9-6F65557D21E3}" sibTransId="{CE3E10FF-F36A-4AE4-8A1F-CC6B4AC9381B}"/>
    <dgm:cxn modelId="{B2441E62-FD10-433D-A1A9-D87DB8E7D564}" srcId="{9DED0AEB-24D3-4AC5-BBF5-A41FC13441AC}" destId="{31D87E1D-9BF1-413D-BEC2-9284BF41A114}" srcOrd="9" destOrd="0" parTransId="{5C81FC87-FF48-48A4-985A-EEA76D2E66B9}" sibTransId="{6AADF44A-14F8-463D-97FB-373B08D84EA1}"/>
    <dgm:cxn modelId="{5DFDA945-B8FC-4E76-AC75-3042918D324B}" type="presOf" srcId="{833C2419-D548-40A2-B67F-6CAE4B852A16}" destId="{7EEC42CD-5E91-4674-91F2-0C3A7922B42F}" srcOrd="0" destOrd="3" presId="urn:microsoft.com/office/officeart/2005/8/layout/hList1"/>
    <dgm:cxn modelId="{FC678846-066A-49BE-A66A-A86DAC23813A}" srcId="{F233767D-8ED5-4F9E-A90D-BD0095A7E8AF}" destId="{970531CA-895B-435F-B99C-A0496471F1F0}" srcOrd="1" destOrd="0" parTransId="{1A72F2CF-9141-43A9-B479-6493C34922AF}" sibTransId="{68B83B2A-7ADE-42AC-B539-F749BCA93AA8}"/>
    <dgm:cxn modelId="{DA6D1867-70C8-47A0-8DA9-4CEC2F53CB67}" srcId="{9DED0AEB-24D3-4AC5-BBF5-A41FC13441AC}" destId="{8CF00992-4DC9-4AD9-9811-6BD8A7A1E6BD}" srcOrd="5" destOrd="0" parTransId="{62FF9134-73AA-4A9F-9413-8ED03B00F169}" sibTransId="{939492A6-7984-43E1-B0BF-22806E49FF2A}"/>
    <dgm:cxn modelId="{69161C47-31F8-4177-B2A8-C9155DBAE1C1}" srcId="{9DED0AEB-24D3-4AC5-BBF5-A41FC13441AC}" destId="{8C02B1C9-0822-4AB4-A074-2272FB6C1665}" srcOrd="4" destOrd="0" parTransId="{CAD35127-E8C0-4087-B1F3-647AB505F4D2}" sibTransId="{AEB4E266-DAD2-4078-AA8E-45604462A794}"/>
    <dgm:cxn modelId="{3E9E6569-5F54-4659-8443-000651AE7044}" srcId="{9DED0AEB-24D3-4AC5-BBF5-A41FC13441AC}" destId="{8A123470-82EC-43B3-ABB3-DDE012D85A70}" srcOrd="2" destOrd="0" parTransId="{4A6C87C0-3860-442B-9A2D-EF35882CA420}" sibTransId="{8DAE279F-A82E-4368-A562-7824FC627A1B}"/>
    <dgm:cxn modelId="{84628169-1950-4E20-A11D-C87DEC59C824}" type="presOf" srcId="{F2881ECE-001E-490D-B348-8D1813D7412D}" destId="{7EEC42CD-5E91-4674-91F2-0C3A7922B42F}" srcOrd="0" destOrd="7" presId="urn:microsoft.com/office/officeart/2005/8/layout/hList1"/>
    <dgm:cxn modelId="{70A1F04B-D1CE-42D6-AF09-48585C5B181C}" type="presOf" srcId="{E9ED7456-EE96-4F32-8627-AAF0082CAA34}" destId="{8993A06D-6B32-4D52-A816-DC6162A559F0}" srcOrd="0" destOrd="3" presId="urn:microsoft.com/office/officeart/2005/8/layout/hList1"/>
    <dgm:cxn modelId="{495E416C-0645-48F7-A2B0-FF5DF6FDB54D}" srcId="{970531CA-895B-435F-B99C-A0496471F1F0}" destId="{833C2419-D548-40A2-B67F-6CAE4B852A16}" srcOrd="3" destOrd="0" parTransId="{169FE9FF-893A-4E74-B997-914C4E4585C0}" sibTransId="{711186BF-DFED-4D81-9971-B2A9ED7B913F}"/>
    <dgm:cxn modelId="{51F7AF4C-07B5-44B1-945E-D4891B1780BC}" srcId="{970531CA-895B-435F-B99C-A0496471F1F0}" destId="{081B867A-F826-48D9-BF6F-2188BC4545C1}" srcOrd="4" destOrd="0" parTransId="{6561D373-2723-4133-A192-0DFB027D9A01}" sibTransId="{810F7563-0AC6-4965-A786-B8FBD2612A88}"/>
    <dgm:cxn modelId="{57F7FF6E-2503-4BAD-BB63-90901ED6DF04}" type="presOf" srcId="{AF30FD55-17EF-4786-A464-D923657DE6E1}" destId="{0F8E48B9-D030-44A5-A1E4-35920917104D}" srcOrd="0" destOrd="2" presId="urn:microsoft.com/office/officeart/2005/8/layout/hList1"/>
    <dgm:cxn modelId="{849C574F-41AB-495B-B503-26DF7EE174C8}" type="presOf" srcId="{000782D7-B466-49E4-BB91-7FEB6C4A42CD}" destId="{636A08A4-6793-4867-BEA2-E958A6F77A30}" srcOrd="0" destOrd="5" presId="urn:microsoft.com/office/officeart/2005/8/layout/hList1"/>
    <dgm:cxn modelId="{4E21C470-FE0E-437A-8CB1-E4EA25D10665}" srcId="{9DED0AEB-24D3-4AC5-BBF5-A41FC13441AC}" destId="{8136A557-C0FD-4867-A697-E656BF94BB73}" srcOrd="6" destOrd="0" parTransId="{7F8CD92A-70AD-4845-A845-9156EEC59E31}" sibTransId="{AD373E14-3292-4AD9-B2F1-056DE6E76981}"/>
    <dgm:cxn modelId="{9B92E754-D5D5-4E45-97F9-00A075AFA1A0}" srcId="{C6CE17E9-68EE-4397-9838-DE3A5E3F5507}" destId="{465C0F39-9952-4EBB-96D7-5CE1678EFD04}" srcOrd="3" destOrd="0" parTransId="{FF2E549D-21E0-43DE-82ED-7AD9CDF3D101}" sibTransId="{3FE5E271-C0E6-42E0-AABC-44F2D44021E8}"/>
    <dgm:cxn modelId="{795AEC74-94A8-44F9-A540-7DDC4FAD37D2}" type="presOf" srcId="{081B867A-F826-48D9-BF6F-2188BC4545C1}" destId="{7EEC42CD-5E91-4674-91F2-0C3A7922B42F}" srcOrd="0" destOrd="4" presId="urn:microsoft.com/office/officeart/2005/8/layout/hList1"/>
    <dgm:cxn modelId="{03B5EF74-0DE3-44CA-9B6D-CF5BC5C8E5B4}" srcId="{9DED0AEB-24D3-4AC5-BBF5-A41FC13441AC}" destId="{E9ED7456-EE96-4F32-8627-AAF0082CAA34}" srcOrd="3" destOrd="0" parTransId="{E3213721-4900-4000-A437-5B41A7119876}" sibTransId="{790B4767-4A82-4878-A480-5B72F660E8E5}"/>
    <dgm:cxn modelId="{7DE4287A-DA64-4E11-B72A-4C82D8C18EAE}" type="presOf" srcId="{313035F5-EEE6-41BF-93AC-20BB395677D2}" destId="{7EEC42CD-5E91-4674-91F2-0C3A7922B42F}" srcOrd="0" destOrd="1" presId="urn:microsoft.com/office/officeart/2005/8/layout/hList1"/>
    <dgm:cxn modelId="{69FE4D83-08E4-441C-AB77-12299148C8C0}" type="presOf" srcId="{4466A854-C1D9-4F2C-BC63-DC484D1DB2C4}" destId="{7EEC42CD-5E91-4674-91F2-0C3A7922B42F}" srcOrd="0" destOrd="2" presId="urn:microsoft.com/office/officeart/2005/8/layout/hList1"/>
    <dgm:cxn modelId="{8F0F8285-0CE3-4521-BBC1-CA6513ED8C39}" type="presOf" srcId="{A7D16D32-426B-449C-9DF7-B5450A8A77DB}" destId="{8993A06D-6B32-4D52-A816-DC6162A559F0}" srcOrd="0" destOrd="1" presId="urn:microsoft.com/office/officeart/2005/8/layout/hList1"/>
    <dgm:cxn modelId="{897A6C87-4C04-4B4D-A856-2C2604A3E2BA}" type="presOf" srcId="{61EB9E0A-13EE-4881-A5AF-FE29DF407129}" destId="{8993A06D-6B32-4D52-A816-DC6162A559F0}" srcOrd="0" destOrd="0" presId="urn:microsoft.com/office/officeart/2005/8/layout/hList1"/>
    <dgm:cxn modelId="{BAB66588-312E-4B9C-ABF7-3986FD88DA23}" srcId="{A83B2D52-C5D0-4CCC-980E-FFBAA52FCA3C}" destId="{FE62FE38-C505-47DD-A8F3-DE08E474A1C6}" srcOrd="0" destOrd="0" parTransId="{575BB6D0-D56E-4B85-AF2C-4C82254A7ECA}" sibTransId="{4C79886E-498E-4A68-A867-B6C44D7F6397}"/>
    <dgm:cxn modelId="{68791E8B-8C16-4CAE-9352-0D588ACB99F0}" srcId="{F233767D-8ED5-4F9E-A90D-BD0095A7E8AF}" destId="{9DED0AEB-24D3-4AC5-BBF5-A41FC13441AC}" srcOrd="0" destOrd="0" parTransId="{A4CCF372-3BC8-43E7-A6A9-C02B4332560C}" sibTransId="{F81E8959-F133-4A5F-88A5-812EDAA91C31}"/>
    <dgm:cxn modelId="{FE18F78C-DB8A-4FE7-9327-AAE35F6316D7}" type="presOf" srcId="{8062D179-C28F-41A3-BE25-1A2740DFFCB4}" destId="{8993A06D-6B32-4D52-A816-DC6162A559F0}" srcOrd="0" destOrd="10" presId="urn:microsoft.com/office/officeart/2005/8/layout/hList1"/>
    <dgm:cxn modelId="{5BF63191-9556-4DEE-BF5D-06A59000F4A4}" type="presOf" srcId="{9DED0AEB-24D3-4AC5-BBF5-A41FC13441AC}" destId="{29CE9DE5-8A57-441D-8A1B-D443A5276496}" srcOrd="0" destOrd="0" presId="urn:microsoft.com/office/officeart/2005/8/layout/hList1"/>
    <dgm:cxn modelId="{D1E3FC93-6071-4A96-9836-D8D78D6FBBCD}" type="presOf" srcId="{970531CA-895B-435F-B99C-A0496471F1F0}" destId="{38708B99-3D74-484E-8FD6-8584E0C63A50}" srcOrd="0" destOrd="0" presId="urn:microsoft.com/office/officeart/2005/8/layout/hList1"/>
    <dgm:cxn modelId="{2979C394-8C10-4B7E-B01E-7367A38B1EF0}" srcId="{970531CA-895B-435F-B99C-A0496471F1F0}" destId="{DFC07FAC-EC32-49AA-B27D-B68D0FFDF24B}" srcOrd="0" destOrd="0" parTransId="{C3694A18-FB26-4252-992A-909E46118DBC}" sibTransId="{97BDEF1E-54A8-490C-8B0F-4FD757DDF837}"/>
    <dgm:cxn modelId="{C5209196-625B-4EE3-9424-7A1E9A64E4FC}" type="presOf" srcId="{DFC07FAC-EC32-49AA-B27D-B68D0FFDF24B}" destId="{7EEC42CD-5E91-4674-91F2-0C3A7922B42F}" srcOrd="0" destOrd="0" presId="urn:microsoft.com/office/officeart/2005/8/layout/hList1"/>
    <dgm:cxn modelId="{CB002498-9680-4863-A58B-14E09946C785}" srcId="{9DED0AEB-24D3-4AC5-BBF5-A41FC13441AC}" destId="{A7D16D32-426B-449C-9DF7-B5450A8A77DB}" srcOrd="1" destOrd="0" parTransId="{57194F3D-AD9F-48C6-997E-01FE0E717A89}" sibTransId="{DBF0DBCE-CAA2-409A-BE99-B6B5ABE93869}"/>
    <dgm:cxn modelId="{8E3E4D99-457B-4876-B83C-8585F82EE9D9}" srcId="{9DED0AEB-24D3-4AC5-BBF5-A41FC13441AC}" destId="{D56B06E6-82FD-43B6-BE1B-1257A4527813}" srcOrd="7" destOrd="0" parTransId="{212C5E6C-33AA-455F-8DAC-E16B0F3CD0B6}" sibTransId="{A8CF1B2F-08EC-4718-A42D-75603D48BADC}"/>
    <dgm:cxn modelId="{A629F09C-7361-43BC-BCBE-A032ABE7FECB}" type="presOf" srcId="{2DAB3B37-88E6-4FE1-9FF0-BDCA7D01FE4B}" destId="{636A08A4-6793-4867-BEA2-E958A6F77A30}" srcOrd="0" destOrd="3" presId="urn:microsoft.com/office/officeart/2005/8/layout/hList1"/>
    <dgm:cxn modelId="{E0DF749E-2B91-42E9-ACAD-E2A2FD95B097}" type="presOf" srcId="{3E69F7EF-C178-47D1-AB52-5F51485E2089}" destId="{0F8E48B9-D030-44A5-A1E4-35920917104D}" srcOrd="0" destOrd="0" presId="urn:microsoft.com/office/officeart/2005/8/layout/hList1"/>
    <dgm:cxn modelId="{5A3157A0-FA67-4595-913A-E0FA4851739A}" type="presOf" srcId="{D56B06E6-82FD-43B6-BE1B-1257A4527813}" destId="{8993A06D-6B32-4D52-A816-DC6162A559F0}" srcOrd="0" destOrd="7" presId="urn:microsoft.com/office/officeart/2005/8/layout/hList1"/>
    <dgm:cxn modelId="{50DEA4A0-BF9D-4A12-B510-24CD51E28639}" type="presOf" srcId="{F233767D-8ED5-4F9E-A90D-BD0095A7E8AF}" destId="{34A6CBFD-B588-4C09-BCCF-BD0CAEAE3EDA}" srcOrd="0" destOrd="0" presId="urn:microsoft.com/office/officeart/2005/8/layout/hList1"/>
    <dgm:cxn modelId="{9E462AA8-A27C-4763-A375-A90972A52E5A}" srcId="{9DED0AEB-24D3-4AC5-BBF5-A41FC13441AC}" destId="{61EB9E0A-13EE-4881-A5AF-FE29DF407129}" srcOrd="0" destOrd="0" parTransId="{B89A35C1-BFCE-4F64-8726-2541A9CDC22D}" sibTransId="{15F6FD2F-AEAE-4B6C-AC90-02638F447B61}"/>
    <dgm:cxn modelId="{E6967BB1-573C-471A-9000-9401C79EC980}" type="presOf" srcId="{DE6045C5-7CBD-4D13-B534-1AE2A84E655B}" destId="{0F8E48B9-D030-44A5-A1E4-35920917104D}" srcOrd="0" destOrd="1" presId="urn:microsoft.com/office/officeart/2005/8/layout/hList1"/>
    <dgm:cxn modelId="{538E3DBC-AEA5-4B4F-B31F-8D1B527B9BA3}" type="presOf" srcId="{8136A557-C0FD-4867-A697-E656BF94BB73}" destId="{8993A06D-6B32-4D52-A816-DC6162A559F0}" srcOrd="0" destOrd="6" presId="urn:microsoft.com/office/officeart/2005/8/layout/hList1"/>
    <dgm:cxn modelId="{8AA49BC5-287D-4AE4-8164-514554453BAD}" type="presOf" srcId="{B304D8A2-ECEA-490B-B42B-D92597B7BA46}" destId="{7EEC42CD-5E91-4674-91F2-0C3A7922B42F}" srcOrd="0" destOrd="8" presId="urn:microsoft.com/office/officeart/2005/8/layout/hList1"/>
    <dgm:cxn modelId="{FFE65CC6-48B1-4538-BD2C-31B8CE989E79}" type="presOf" srcId="{7F067AB2-AC8C-4EBD-BA87-4F54D3DB37FE}" destId="{636A08A4-6793-4867-BEA2-E958A6F77A30}" srcOrd="0" destOrd="6" presId="urn:microsoft.com/office/officeart/2005/8/layout/hList1"/>
    <dgm:cxn modelId="{B35A60C6-79DD-4B1E-AFC4-92C7D6E27E0E}" srcId="{A83B2D52-C5D0-4CCC-980E-FFBAA52FCA3C}" destId="{4996A4AD-DA12-45DC-9A30-6924E676E81E}" srcOrd="4" destOrd="0" parTransId="{247801BF-A25F-4003-B6A6-370E2B31D96D}" sibTransId="{08BF98E4-D3B2-4CA5-88A7-D0ED5F8AC5B5}"/>
    <dgm:cxn modelId="{3A5A87CA-FF26-4C6C-98BA-7E3046EA24CC}" srcId="{9DED0AEB-24D3-4AC5-BBF5-A41FC13441AC}" destId="{8062D179-C28F-41A3-BE25-1A2740DFFCB4}" srcOrd="10" destOrd="0" parTransId="{4C96F8F2-BB7C-4107-B527-BFA7F9CF5B06}" sibTransId="{3111A0B8-6997-457E-810C-AC9EC72405E1}"/>
    <dgm:cxn modelId="{722C5ECB-96F7-4F77-9288-F8158856D114}" type="presOf" srcId="{11AD24AB-9E0E-4BE0-BB9A-08512D39619D}" destId="{8993A06D-6B32-4D52-A816-DC6162A559F0}" srcOrd="0" destOrd="8" presId="urn:microsoft.com/office/officeart/2005/8/layout/hList1"/>
    <dgm:cxn modelId="{3C95A7CB-FD4A-4760-A941-500316137BD7}" type="presOf" srcId="{4996A4AD-DA12-45DC-9A30-6924E676E81E}" destId="{636A08A4-6793-4867-BEA2-E958A6F77A30}" srcOrd="0" destOrd="4" presId="urn:microsoft.com/office/officeart/2005/8/layout/hList1"/>
    <dgm:cxn modelId="{D695A3CF-2C5C-488F-BB79-6C9BEA5EC138}" srcId="{C6CE17E9-68EE-4397-9838-DE3A5E3F5507}" destId="{DE6045C5-7CBD-4D13-B534-1AE2A84E655B}" srcOrd="1" destOrd="0" parTransId="{91106356-21BE-45E5-A056-CD0075BBC201}" sibTransId="{105D5E0C-0410-4522-A506-6B769D3A953D}"/>
    <dgm:cxn modelId="{4801D4D1-AB06-479E-8E6E-E804D9D06D59}" srcId="{9DED0AEB-24D3-4AC5-BBF5-A41FC13441AC}" destId="{11AD24AB-9E0E-4BE0-BB9A-08512D39619D}" srcOrd="8" destOrd="0" parTransId="{65FE66A2-EBFC-4E5D-89B6-01EFF5CD30E4}" sibTransId="{67135298-5EF5-45A2-890A-96C07622E44D}"/>
    <dgm:cxn modelId="{767355D2-D4BA-45AB-B202-33C865CD8443}" srcId="{A83B2D52-C5D0-4CCC-980E-FFBAA52FCA3C}" destId="{D2906E0B-5439-4E11-8561-8760614FEE3B}" srcOrd="1" destOrd="0" parTransId="{90FC0778-F884-4EB9-B8FD-B3D659E912F8}" sibTransId="{96628A21-C641-49DA-A21E-98AA5C057B9C}"/>
    <dgm:cxn modelId="{12EFF9DC-1250-4D1F-B363-A2F5E357BB99}" type="presOf" srcId="{333CCC60-26E4-4775-A85F-87CAEEAEAF7A}" destId="{7EEC42CD-5E91-4674-91F2-0C3A7922B42F}" srcOrd="0" destOrd="5" presId="urn:microsoft.com/office/officeart/2005/8/layout/hList1"/>
    <dgm:cxn modelId="{ADDD35DE-7724-4B30-8CF3-291B30B490BF}" srcId="{A83B2D52-C5D0-4CCC-980E-FFBAA52FCA3C}" destId="{2DAB3B37-88E6-4FE1-9FF0-BDCA7D01FE4B}" srcOrd="3" destOrd="0" parTransId="{7590F92C-FB64-49F5-B7D4-E8D2EE8BA767}" sibTransId="{73CC0C9B-811B-4EA8-B9D0-57BBBCC360AE}"/>
    <dgm:cxn modelId="{1BAFA8E1-B05F-4860-A7A7-15B4C98BDD56}" srcId="{C6CE17E9-68EE-4397-9838-DE3A5E3F5507}" destId="{3E69F7EF-C178-47D1-AB52-5F51485E2089}" srcOrd="0" destOrd="0" parTransId="{B829EEA1-AC08-447D-9826-317AADAD0C5C}" sibTransId="{D84D1DFF-6E96-4097-B0AE-D50A319698B1}"/>
    <dgm:cxn modelId="{227CB2E1-7B09-420F-95E1-EB5B743798AF}" srcId="{C6CE17E9-68EE-4397-9838-DE3A5E3F5507}" destId="{AF30FD55-17EF-4786-A464-D923657DE6E1}" srcOrd="2" destOrd="0" parTransId="{207D450B-B98F-413C-AC0C-23281B64D535}" sibTransId="{584E175F-506E-4E97-B9BE-04122072E204}"/>
    <dgm:cxn modelId="{037BF3E2-EA64-4D57-8A5A-D2F28AEBC154}" type="presOf" srcId="{FE62FE38-C505-47DD-A8F3-DE08E474A1C6}" destId="{636A08A4-6793-4867-BEA2-E958A6F77A30}" srcOrd="0" destOrd="0" presId="urn:microsoft.com/office/officeart/2005/8/layout/hList1"/>
    <dgm:cxn modelId="{7D0D56E4-51DA-4698-BF91-CD9AE81398DC}" srcId="{A83B2D52-C5D0-4CCC-980E-FFBAA52FCA3C}" destId="{7F067AB2-AC8C-4EBD-BA87-4F54D3DB37FE}" srcOrd="6" destOrd="0" parTransId="{F5BDB22F-F9BB-48AE-B729-C7E70D9574FD}" sibTransId="{B0FFE02C-7E11-44DA-A5F3-F37E06561AC5}"/>
    <dgm:cxn modelId="{47C192E4-6693-4B3E-BB59-D6F65D0CEA4F}" type="presOf" srcId="{155166A5-9EAF-4C3A-929C-EBCDCB7E96DD}" destId="{8993A06D-6B32-4D52-A816-DC6162A559F0}" srcOrd="0" destOrd="11" presId="urn:microsoft.com/office/officeart/2005/8/layout/hList1"/>
    <dgm:cxn modelId="{248B17E5-1BAB-4731-9E6A-F74232D9F7D9}" type="presOf" srcId="{8A123470-82EC-43B3-ABB3-DDE012D85A70}" destId="{8993A06D-6B32-4D52-A816-DC6162A559F0}" srcOrd="0" destOrd="2" presId="urn:microsoft.com/office/officeart/2005/8/layout/hList1"/>
    <dgm:cxn modelId="{B6C4B4E6-BDED-431B-902A-2B568D5A22F5}" srcId="{970531CA-895B-435F-B99C-A0496471F1F0}" destId="{333CCC60-26E4-4775-A85F-87CAEEAEAF7A}" srcOrd="5" destOrd="0" parTransId="{F99F766E-EE8E-43CE-8886-15F981CF478E}" sibTransId="{7FB0E186-13E5-44FF-AE56-764378E0786F}"/>
    <dgm:cxn modelId="{5C8C11E7-16A6-4670-8499-6D0C53760580}" srcId="{A83B2D52-C5D0-4CCC-980E-FFBAA52FCA3C}" destId="{B210E734-04A7-4BE4-BB59-49A3E415F071}" srcOrd="2" destOrd="0" parTransId="{62A2431D-ECAC-4C20-8842-6724A82AB483}" sibTransId="{64D5342A-8C74-41D1-AA87-55B906979EBD}"/>
    <dgm:cxn modelId="{EE7EC6E8-54F9-4CD7-B728-0722B30DFA47}" type="presOf" srcId="{B210E734-04A7-4BE4-BB59-49A3E415F071}" destId="{636A08A4-6793-4867-BEA2-E958A6F77A30}" srcOrd="0" destOrd="2" presId="urn:microsoft.com/office/officeart/2005/8/layout/hList1"/>
    <dgm:cxn modelId="{FA1399EC-06CC-423F-B55F-C198B7E390E9}" type="presOf" srcId="{465C0F39-9952-4EBB-96D7-5CE1678EFD04}" destId="{0F8E48B9-D030-44A5-A1E4-35920917104D}" srcOrd="0" destOrd="3" presId="urn:microsoft.com/office/officeart/2005/8/layout/hList1"/>
    <dgm:cxn modelId="{6E9F96EE-E46A-4034-842D-45712F1EF08C}" srcId="{970531CA-895B-435F-B99C-A0496471F1F0}" destId="{F2881ECE-001E-490D-B348-8D1813D7412D}" srcOrd="7" destOrd="0" parTransId="{56197837-9065-4602-8FF3-2AFF6CB5F914}" sibTransId="{2D17614B-ADFC-49A8-BA11-B63D63EA8E36}"/>
    <dgm:cxn modelId="{C2B9C3F4-6A47-4193-9328-A31EB19379AA}" type="presOf" srcId="{4314568D-052B-4DA1-A605-DBADB6C09C1C}" destId="{0F8E48B9-D030-44A5-A1E4-35920917104D}" srcOrd="0" destOrd="4" presId="urn:microsoft.com/office/officeart/2005/8/layout/hList1"/>
    <dgm:cxn modelId="{98C6BFBD-D92C-49BB-BEF8-80A46DB7904B}" type="presParOf" srcId="{34A6CBFD-B588-4C09-BCCF-BD0CAEAE3EDA}" destId="{42CE8CDC-58BC-47BC-8AF2-8593F874676C}" srcOrd="0" destOrd="0" presId="urn:microsoft.com/office/officeart/2005/8/layout/hList1"/>
    <dgm:cxn modelId="{FD318583-EE2F-44C9-8034-2B3E40ACB371}" type="presParOf" srcId="{42CE8CDC-58BC-47BC-8AF2-8593F874676C}" destId="{29CE9DE5-8A57-441D-8A1B-D443A5276496}" srcOrd="0" destOrd="0" presId="urn:microsoft.com/office/officeart/2005/8/layout/hList1"/>
    <dgm:cxn modelId="{B5492132-3369-4880-96D8-6F115DB65DC9}" type="presParOf" srcId="{42CE8CDC-58BC-47BC-8AF2-8593F874676C}" destId="{8993A06D-6B32-4D52-A816-DC6162A559F0}" srcOrd="1" destOrd="0" presId="urn:microsoft.com/office/officeart/2005/8/layout/hList1"/>
    <dgm:cxn modelId="{8C8A517A-0977-4B5D-A432-3EB98A859584}" type="presParOf" srcId="{34A6CBFD-B588-4C09-BCCF-BD0CAEAE3EDA}" destId="{5E74F781-1699-4AF3-A6C6-BAD7FEBEEDC9}" srcOrd="1" destOrd="0" presId="urn:microsoft.com/office/officeart/2005/8/layout/hList1"/>
    <dgm:cxn modelId="{27D2185A-2C50-48E1-8ED4-CD5A8ACFDDB3}" type="presParOf" srcId="{34A6CBFD-B588-4C09-BCCF-BD0CAEAE3EDA}" destId="{D3521E5D-07FA-42F0-8282-737F1A51AF5B}" srcOrd="2" destOrd="0" presId="urn:microsoft.com/office/officeart/2005/8/layout/hList1"/>
    <dgm:cxn modelId="{9AD5067C-9DBE-44FD-94CB-21B044E8D313}" type="presParOf" srcId="{D3521E5D-07FA-42F0-8282-737F1A51AF5B}" destId="{38708B99-3D74-484E-8FD6-8584E0C63A50}" srcOrd="0" destOrd="0" presId="urn:microsoft.com/office/officeart/2005/8/layout/hList1"/>
    <dgm:cxn modelId="{D46D55A3-F4A4-475F-96C0-B4B6FC717EA0}" type="presParOf" srcId="{D3521E5D-07FA-42F0-8282-737F1A51AF5B}" destId="{7EEC42CD-5E91-4674-91F2-0C3A7922B42F}" srcOrd="1" destOrd="0" presId="urn:microsoft.com/office/officeart/2005/8/layout/hList1"/>
    <dgm:cxn modelId="{B95F0E1B-044A-4162-AC6B-635669A245E3}" type="presParOf" srcId="{34A6CBFD-B588-4C09-BCCF-BD0CAEAE3EDA}" destId="{E5E303BA-3970-4914-BB34-C701E5B003D0}" srcOrd="3" destOrd="0" presId="urn:microsoft.com/office/officeart/2005/8/layout/hList1"/>
    <dgm:cxn modelId="{93B10CB3-5247-423C-B00E-495C8040D2D0}" type="presParOf" srcId="{34A6CBFD-B588-4C09-BCCF-BD0CAEAE3EDA}" destId="{8754870F-6F06-44AE-A676-D72F581DB9CF}" srcOrd="4" destOrd="0" presId="urn:microsoft.com/office/officeart/2005/8/layout/hList1"/>
    <dgm:cxn modelId="{8C8FD455-8BEC-48E9-96E0-F4813ABB382A}" type="presParOf" srcId="{8754870F-6F06-44AE-A676-D72F581DB9CF}" destId="{C2161342-6E7E-4A6E-813E-62422E8BEBCF}" srcOrd="0" destOrd="0" presId="urn:microsoft.com/office/officeart/2005/8/layout/hList1"/>
    <dgm:cxn modelId="{0AC81BAC-C605-4E93-BB6B-AB3EE2902E93}" type="presParOf" srcId="{8754870F-6F06-44AE-A676-D72F581DB9CF}" destId="{636A08A4-6793-4867-BEA2-E958A6F77A30}" srcOrd="1" destOrd="0" presId="urn:microsoft.com/office/officeart/2005/8/layout/hList1"/>
    <dgm:cxn modelId="{6E459A55-3960-4A25-BDB2-9FC15D0B396D}" type="presParOf" srcId="{34A6CBFD-B588-4C09-BCCF-BD0CAEAE3EDA}" destId="{27EFB080-274B-4E2F-A13F-A7D2813A956A}" srcOrd="5" destOrd="0" presId="urn:microsoft.com/office/officeart/2005/8/layout/hList1"/>
    <dgm:cxn modelId="{0DD76B13-B8D4-45C1-BED2-9D3D653A52C5}" type="presParOf" srcId="{34A6CBFD-B588-4C09-BCCF-BD0CAEAE3EDA}" destId="{49CA42BA-9520-4802-82E8-4AE9BA87A845}" srcOrd="6" destOrd="0" presId="urn:microsoft.com/office/officeart/2005/8/layout/hList1"/>
    <dgm:cxn modelId="{7F1E25AB-6C90-4620-9CA0-E59AA254CDE6}" type="presParOf" srcId="{49CA42BA-9520-4802-82E8-4AE9BA87A845}" destId="{255D5B9A-68A0-4475-869D-46A9AA13A3D4}" srcOrd="0" destOrd="0" presId="urn:microsoft.com/office/officeart/2005/8/layout/hList1"/>
    <dgm:cxn modelId="{C3BBBBFF-398B-4AB9-8D21-30713E2B20F8}" type="presParOf" srcId="{49CA42BA-9520-4802-82E8-4AE9BA87A845}" destId="{0F8E48B9-D030-44A5-A1E4-35920917104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8C6809-DC63-452D-8AF0-6B11A0FF3466}">
      <dsp:nvSpPr>
        <dsp:cNvPr id="0" name=""/>
        <dsp:cNvSpPr/>
      </dsp:nvSpPr>
      <dsp:spPr>
        <a:xfrm rot="5400000">
          <a:off x="-194858" y="195732"/>
          <a:ext cx="1299054" cy="909337"/>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vi-VN" sz="2700" kern="1200" dirty="0"/>
            <a:t>1</a:t>
          </a:r>
          <a:endParaRPr lang="en-US" sz="2700" kern="1200" dirty="0"/>
        </a:p>
      </dsp:txBody>
      <dsp:txXfrm rot="-5400000">
        <a:off x="1" y="455543"/>
        <a:ext cx="909337" cy="389717"/>
      </dsp:txXfrm>
    </dsp:sp>
    <dsp:sp modelId="{895E4717-FD9C-430A-89F1-2D56F2D19E66}">
      <dsp:nvSpPr>
        <dsp:cNvPr id="0" name=""/>
        <dsp:cNvSpPr/>
      </dsp:nvSpPr>
      <dsp:spPr>
        <a:xfrm rot="5400000">
          <a:off x="4147276" y="-3237063"/>
          <a:ext cx="844385" cy="7320262"/>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a:lnSpc>
              <a:spcPct val="90000"/>
            </a:lnSpc>
            <a:spcBef>
              <a:spcPct val="0"/>
            </a:spcBef>
            <a:spcAft>
              <a:spcPct val="15000"/>
            </a:spcAft>
            <a:buChar char="•"/>
          </a:pPr>
          <a:r>
            <a:rPr lang="en-US" sz="2700" kern="1200" dirty="0"/>
            <a:t>what </a:t>
          </a:r>
          <a:r>
            <a:rPr lang="en-US" sz="2700" b="1" kern="1200" dirty="0"/>
            <a:t>marketing strategy </a:t>
          </a:r>
          <a:r>
            <a:rPr lang="en-US" sz="2700" kern="1200" dirty="0"/>
            <a:t>and </a:t>
          </a:r>
          <a:r>
            <a:rPr lang="en-US" sz="2700" b="1" kern="1200" dirty="0"/>
            <a:t>marketing strategy planning</a:t>
          </a:r>
          <a:r>
            <a:rPr lang="en-US" sz="2700" kern="1200" dirty="0"/>
            <a:t> are</a:t>
          </a:r>
        </a:p>
      </dsp:txBody>
      <dsp:txXfrm rot="-5400000">
        <a:off x="909338" y="42094"/>
        <a:ext cx="7279043" cy="761947"/>
      </dsp:txXfrm>
    </dsp:sp>
    <dsp:sp modelId="{15DDFDB2-CBF6-45C9-A8A9-204EE5B5E092}">
      <dsp:nvSpPr>
        <dsp:cNvPr id="0" name=""/>
        <dsp:cNvSpPr/>
      </dsp:nvSpPr>
      <dsp:spPr>
        <a:xfrm rot="5400000">
          <a:off x="-194858" y="1348573"/>
          <a:ext cx="1299054" cy="909337"/>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vi-VN" sz="2700" kern="1200" dirty="0"/>
            <a:t>2</a:t>
          </a:r>
          <a:endParaRPr lang="en-US" sz="2700" kern="1200" dirty="0"/>
        </a:p>
      </dsp:txBody>
      <dsp:txXfrm rot="-5400000">
        <a:off x="1" y="1608384"/>
        <a:ext cx="909337" cy="389717"/>
      </dsp:txXfrm>
    </dsp:sp>
    <dsp:sp modelId="{1BB02DB1-47E3-4257-9529-D5B1772D74A7}">
      <dsp:nvSpPr>
        <dsp:cNvPr id="0" name=""/>
        <dsp:cNvSpPr/>
      </dsp:nvSpPr>
      <dsp:spPr>
        <a:xfrm rot="5400000">
          <a:off x="4147276" y="-2084223"/>
          <a:ext cx="844385" cy="7320262"/>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a:lnSpc>
              <a:spcPct val="90000"/>
            </a:lnSpc>
            <a:spcBef>
              <a:spcPct val="0"/>
            </a:spcBef>
            <a:spcAft>
              <a:spcPct val="15000"/>
            </a:spcAft>
            <a:buChar char="•"/>
          </a:pPr>
          <a:r>
            <a:rPr lang="en-US" sz="2700" b="1" kern="1200" dirty="0"/>
            <a:t>target marketing </a:t>
          </a:r>
          <a:r>
            <a:rPr lang="en-US" sz="2700" kern="1200" dirty="0"/>
            <a:t>and</a:t>
          </a:r>
          <a:r>
            <a:rPr lang="vi-VN" sz="2700" kern="1200" dirty="0"/>
            <a:t> </a:t>
          </a:r>
          <a:r>
            <a:rPr lang="en-US" sz="2700" kern="1200" dirty="0"/>
            <a:t>the </a:t>
          </a:r>
          <a:r>
            <a:rPr lang="en-US" sz="2700" b="1" kern="1200" dirty="0"/>
            <a:t>four Ps</a:t>
          </a:r>
          <a:r>
            <a:rPr lang="en-US" sz="2700" kern="1200" dirty="0"/>
            <a:t> in the marketing mix</a:t>
          </a:r>
          <a:endParaRPr lang="en-US" sz="2700" b="1" kern="1200" dirty="0"/>
        </a:p>
      </dsp:txBody>
      <dsp:txXfrm rot="-5400000">
        <a:off x="909338" y="1194934"/>
        <a:ext cx="7279043" cy="761947"/>
      </dsp:txXfrm>
    </dsp:sp>
    <dsp:sp modelId="{4F986C45-0533-45BF-A3B9-FBEC3C7E6A61}">
      <dsp:nvSpPr>
        <dsp:cNvPr id="0" name=""/>
        <dsp:cNvSpPr/>
      </dsp:nvSpPr>
      <dsp:spPr>
        <a:xfrm rot="5400000">
          <a:off x="-194858" y="2501413"/>
          <a:ext cx="1299054" cy="909337"/>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vi-VN" sz="2700" kern="1200" dirty="0"/>
            <a:t>3</a:t>
          </a:r>
          <a:endParaRPr lang="en-US" sz="2700" kern="1200" dirty="0"/>
        </a:p>
      </dsp:txBody>
      <dsp:txXfrm rot="-5400000">
        <a:off x="1" y="2761224"/>
        <a:ext cx="909337" cy="389717"/>
      </dsp:txXfrm>
    </dsp:sp>
    <dsp:sp modelId="{CCB249FC-DE6B-41B8-B110-9BA57B082169}">
      <dsp:nvSpPr>
        <dsp:cNvPr id="0" name=""/>
        <dsp:cNvSpPr/>
      </dsp:nvSpPr>
      <dsp:spPr>
        <a:xfrm rot="5400000">
          <a:off x="4147276" y="-931382"/>
          <a:ext cx="844385" cy="7320262"/>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a:lnSpc>
              <a:spcPct val="90000"/>
            </a:lnSpc>
            <a:spcBef>
              <a:spcPct val="0"/>
            </a:spcBef>
            <a:spcAft>
              <a:spcPct val="15000"/>
            </a:spcAft>
            <a:buChar char="•"/>
          </a:pPr>
          <a:r>
            <a:rPr lang="en-US" sz="2700" kern="1200" dirty="0"/>
            <a:t>difference between </a:t>
          </a:r>
          <a:r>
            <a:rPr lang="en-US" sz="2700" b="1" kern="1200" dirty="0"/>
            <a:t>a marketing strategy, a marketing plan and a marketing program</a:t>
          </a:r>
        </a:p>
      </dsp:txBody>
      <dsp:txXfrm rot="-5400000">
        <a:off x="909338" y="2347775"/>
        <a:ext cx="7279043" cy="761947"/>
      </dsp:txXfrm>
    </dsp:sp>
    <dsp:sp modelId="{D8FF5823-3510-4FE6-AA05-896C7D2A324A}">
      <dsp:nvSpPr>
        <dsp:cNvPr id="0" name=""/>
        <dsp:cNvSpPr/>
      </dsp:nvSpPr>
      <dsp:spPr>
        <a:xfrm rot="5400000">
          <a:off x="-194858" y="3654254"/>
          <a:ext cx="1299054" cy="909337"/>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vi-VN" sz="2700" kern="1200" dirty="0"/>
            <a:t>4</a:t>
          </a:r>
          <a:endParaRPr lang="en-US" sz="2700" kern="1200" dirty="0"/>
        </a:p>
      </dsp:txBody>
      <dsp:txXfrm rot="-5400000">
        <a:off x="1" y="3914065"/>
        <a:ext cx="909337" cy="389717"/>
      </dsp:txXfrm>
    </dsp:sp>
    <dsp:sp modelId="{3C66935E-3D4C-4A2F-84E6-88868FA338BE}">
      <dsp:nvSpPr>
        <dsp:cNvPr id="0" name=""/>
        <dsp:cNvSpPr/>
      </dsp:nvSpPr>
      <dsp:spPr>
        <a:xfrm rot="5400000">
          <a:off x="4147276" y="221457"/>
          <a:ext cx="844385" cy="7320262"/>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a:lnSpc>
              <a:spcPct val="90000"/>
            </a:lnSpc>
            <a:spcBef>
              <a:spcPct val="0"/>
            </a:spcBef>
            <a:spcAft>
              <a:spcPct val="15000"/>
            </a:spcAft>
            <a:buChar char="•"/>
          </a:pPr>
          <a:r>
            <a:rPr lang="en-US" sz="2700" b="1" kern="1200" dirty="0"/>
            <a:t>marketing opportuniti</a:t>
          </a:r>
          <a:r>
            <a:rPr lang="en-US" sz="2700" kern="1200" dirty="0"/>
            <a:t>es that help in identifying new strategies</a:t>
          </a:r>
        </a:p>
      </dsp:txBody>
      <dsp:txXfrm rot="-5400000">
        <a:off x="909338" y="3500615"/>
        <a:ext cx="7279043" cy="7619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A655A2-2A07-47D5-8B61-75929DD805C9}">
      <dsp:nvSpPr>
        <dsp:cNvPr id="0" name=""/>
        <dsp:cNvSpPr/>
      </dsp:nvSpPr>
      <dsp:spPr>
        <a:xfrm rot="5400000">
          <a:off x="-257003" y="259477"/>
          <a:ext cx="1713355" cy="1199348"/>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vi-VN" sz="1400" kern="1200" dirty="0">
              <a:latin typeface="Calibri" pitchFamily="34" charset="0"/>
            </a:rPr>
            <a:t>Maketing planning</a:t>
          </a:r>
          <a:endParaRPr lang="en-US" sz="1400" kern="1200" dirty="0"/>
        </a:p>
      </dsp:txBody>
      <dsp:txXfrm rot="-5400000">
        <a:off x="1" y="602147"/>
        <a:ext cx="1199348" cy="514007"/>
      </dsp:txXfrm>
    </dsp:sp>
    <dsp:sp modelId="{103490F4-335A-43A9-8989-595BADC48074}">
      <dsp:nvSpPr>
        <dsp:cNvPr id="0" name=""/>
        <dsp:cNvSpPr/>
      </dsp:nvSpPr>
      <dsp:spPr>
        <a:xfrm rot="5400000">
          <a:off x="4157633" y="-2955811"/>
          <a:ext cx="1113680" cy="7030251"/>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vi-VN" sz="1400" kern="1200" dirty="0">
              <a:latin typeface="Calibri" pitchFamily="34" charset="0"/>
            </a:rPr>
            <a:t>Set objectives</a:t>
          </a:r>
          <a:endParaRPr lang="en-US" sz="1400" kern="1200" dirty="0"/>
        </a:p>
        <a:p>
          <a:pPr marL="114300" lvl="1" indent="-114300" algn="l" defTabSz="622300">
            <a:lnSpc>
              <a:spcPct val="90000"/>
            </a:lnSpc>
            <a:spcBef>
              <a:spcPct val="0"/>
            </a:spcBef>
            <a:spcAft>
              <a:spcPct val="15000"/>
            </a:spcAft>
            <a:buChar char="•"/>
          </a:pPr>
          <a:r>
            <a:rPr lang="vi-VN" sz="1400" kern="1200" dirty="0">
              <a:latin typeface="Calibri" pitchFamily="34" charset="0"/>
            </a:rPr>
            <a:t>Evaluate opportunities</a:t>
          </a:r>
          <a:endParaRPr lang="en-US" sz="1400" kern="1200" dirty="0">
            <a:latin typeface="Calibri" pitchFamily="34" charset="0"/>
          </a:endParaRPr>
        </a:p>
        <a:p>
          <a:pPr marL="114300" lvl="1" indent="-114300" algn="l" defTabSz="622300">
            <a:lnSpc>
              <a:spcPct val="90000"/>
            </a:lnSpc>
            <a:spcBef>
              <a:spcPct val="0"/>
            </a:spcBef>
            <a:spcAft>
              <a:spcPct val="15000"/>
            </a:spcAft>
            <a:buChar char="•"/>
          </a:pPr>
          <a:r>
            <a:rPr lang="vi-VN" sz="1400" kern="1200" dirty="0">
              <a:latin typeface="Calibri" pitchFamily="34" charset="0"/>
            </a:rPr>
            <a:t>Create </a:t>
          </a:r>
          <a:r>
            <a:rPr lang="vi-VN" sz="1400" b="1" kern="1200" dirty="0">
              <a:latin typeface="Calibri" pitchFamily="34" charset="0"/>
            </a:rPr>
            <a:t>marketing strategy</a:t>
          </a:r>
          <a:endParaRPr lang="en-US" sz="1400" b="1" kern="1200" dirty="0">
            <a:latin typeface="Calibri" pitchFamily="34" charset="0"/>
          </a:endParaRPr>
        </a:p>
        <a:p>
          <a:pPr marL="114300" lvl="1" indent="-114300" algn="l" defTabSz="622300">
            <a:lnSpc>
              <a:spcPct val="90000"/>
            </a:lnSpc>
            <a:spcBef>
              <a:spcPct val="0"/>
            </a:spcBef>
            <a:spcAft>
              <a:spcPct val="15000"/>
            </a:spcAft>
            <a:buChar char="•"/>
          </a:pPr>
          <a:r>
            <a:rPr lang="vi-VN" sz="1400" kern="1200" dirty="0">
              <a:latin typeface="Calibri" pitchFamily="34" charset="0"/>
            </a:rPr>
            <a:t>Prepare </a:t>
          </a:r>
          <a:r>
            <a:rPr lang="vi-VN" sz="1400" b="1" kern="1200" dirty="0">
              <a:latin typeface="Calibri" pitchFamily="34" charset="0"/>
            </a:rPr>
            <a:t>marketing plans</a:t>
          </a:r>
          <a:endParaRPr lang="en-US" sz="1400" b="1" kern="1200" dirty="0">
            <a:latin typeface="Calibri" pitchFamily="34" charset="0"/>
          </a:endParaRPr>
        </a:p>
        <a:p>
          <a:pPr marL="114300" lvl="1" indent="-114300" algn="l" defTabSz="622300">
            <a:lnSpc>
              <a:spcPct val="90000"/>
            </a:lnSpc>
            <a:spcBef>
              <a:spcPct val="0"/>
            </a:spcBef>
            <a:spcAft>
              <a:spcPct val="15000"/>
            </a:spcAft>
            <a:buChar char="•"/>
          </a:pPr>
          <a:r>
            <a:rPr lang="vi-VN" sz="1400" kern="1200" dirty="0">
              <a:latin typeface="Calibri" pitchFamily="34" charset="0"/>
            </a:rPr>
            <a:t>Develop marketing programs</a:t>
          </a:r>
          <a:endParaRPr lang="en-US" sz="1400" kern="1200" dirty="0">
            <a:latin typeface="Calibri" pitchFamily="34" charset="0"/>
          </a:endParaRPr>
        </a:p>
      </dsp:txBody>
      <dsp:txXfrm rot="-5400000">
        <a:off x="1199348" y="56839"/>
        <a:ext cx="6975886" cy="1004950"/>
      </dsp:txXfrm>
    </dsp:sp>
    <dsp:sp modelId="{A47A324B-E088-456E-9974-5F485009B4A0}">
      <dsp:nvSpPr>
        <dsp:cNvPr id="0" name=""/>
        <dsp:cNvSpPr/>
      </dsp:nvSpPr>
      <dsp:spPr>
        <a:xfrm rot="5400000">
          <a:off x="-257003" y="1779988"/>
          <a:ext cx="1713355" cy="1199348"/>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vi-VN" sz="1400" kern="1200" dirty="0">
              <a:latin typeface="Calibri" pitchFamily="34" charset="0"/>
            </a:rPr>
            <a:t>Implement marketing plans</a:t>
          </a:r>
          <a:endParaRPr lang="en-US" sz="1400" kern="1200" dirty="0"/>
        </a:p>
      </dsp:txBody>
      <dsp:txXfrm rot="-5400000">
        <a:off x="1" y="2122658"/>
        <a:ext cx="1199348" cy="514007"/>
      </dsp:txXfrm>
    </dsp:sp>
    <dsp:sp modelId="{9E746F18-97FD-4096-BC69-532BDBF183A0}">
      <dsp:nvSpPr>
        <dsp:cNvPr id="0" name=""/>
        <dsp:cNvSpPr/>
      </dsp:nvSpPr>
      <dsp:spPr>
        <a:xfrm rot="5400000">
          <a:off x="4157633" y="-1435300"/>
          <a:ext cx="1113680" cy="7030251"/>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vi-VN" sz="1600" kern="1200" dirty="0">
              <a:latin typeface="Calibri" pitchFamily="34" charset="0"/>
            </a:rPr>
            <a:t>Implement marketing plans and programs</a:t>
          </a:r>
          <a:endParaRPr lang="en-US" sz="1600" kern="1200" dirty="0"/>
        </a:p>
      </dsp:txBody>
      <dsp:txXfrm rot="-5400000">
        <a:off x="1199348" y="1577350"/>
        <a:ext cx="6975886" cy="1004950"/>
      </dsp:txXfrm>
    </dsp:sp>
    <dsp:sp modelId="{A9922EE7-5108-4E96-ADC7-1AE548A0113F}">
      <dsp:nvSpPr>
        <dsp:cNvPr id="0" name=""/>
        <dsp:cNvSpPr/>
      </dsp:nvSpPr>
      <dsp:spPr>
        <a:xfrm rot="5400000">
          <a:off x="-257003" y="3300498"/>
          <a:ext cx="1713355" cy="1199348"/>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vi-VN" sz="1400" kern="1200" dirty="0">
              <a:latin typeface="Calibri" pitchFamily="34" charset="0"/>
            </a:rPr>
            <a:t>Controlling marketing plans</a:t>
          </a:r>
          <a:endParaRPr lang="en-US" sz="1400" kern="1200" dirty="0"/>
        </a:p>
      </dsp:txBody>
      <dsp:txXfrm rot="-5400000">
        <a:off x="1" y="3643168"/>
        <a:ext cx="1199348" cy="514007"/>
      </dsp:txXfrm>
    </dsp:sp>
    <dsp:sp modelId="{94FBAEFD-F49E-4049-8888-84C0081C1B29}">
      <dsp:nvSpPr>
        <dsp:cNvPr id="0" name=""/>
        <dsp:cNvSpPr/>
      </dsp:nvSpPr>
      <dsp:spPr>
        <a:xfrm rot="5400000">
          <a:off x="4157633" y="85210"/>
          <a:ext cx="1113680" cy="7030251"/>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vi-VN" sz="1600" kern="1200" dirty="0">
              <a:latin typeface="Calibri" pitchFamily="34" charset="0"/>
            </a:rPr>
            <a:t>Measure results </a:t>
          </a:r>
          <a:endParaRPr lang="en-US" sz="1600" kern="1200" dirty="0"/>
        </a:p>
        <a:p>
          <a:pPr marL="171450" lvl="1" indent="-171450" algn="l" defTabSz="711200">
            <a:lnSpc>
              <a:spcPct val="90000"/>
            </a:lnSpc>
            <a:spcBef>
              <a:spcPct val="0"/>
            </a:spcBef>
            <a:spcAft>
              <a:spcPct val="15000"/>
            </a:spcAft>
            <a:buChar char="•"/>
          </a:pPr>
          <a:r>
            <a:rPr lang="vi-VN" sz="1600" kern="1200" dirty="0">
              <a:latin typeface="Calibri" pitchFamily="34" charset="0"/>
            </a:rPr>
            <a:t>Evaluate progress</a:t>
          </a:r>
          <a:endParaRPr lang="en-US" sz="1600" kern="1200" dirty="0">
            <a:latin typeface="Calibri" pitchFamily="34" charset="0"/>
          </a:endParaRPr>
        </a:p>
      </dsp:txBody>
      <dsp:txXfrm rot="-5400000">
        <a:off x="1199348" y="3097861"/>
        <a:ext cx="6975886" cy="10049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CE9DE5-8A57-441D-8A1B-D443A5276496}">
      <dsp:nvSpPr>
        <dsp:cNvPr id="0" name=""/>
        <dsp:cNvSpPr/>
      </dsp:nvSpPr>
      <dsp:spPr>
        <a:xfrm>
          <a:off x="2864" y="79200"/>
          <a:ext cx="1722685" cy="4608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Product</a:t>
          </a:r>
        </a:p>
      </dsp:txBody>
      <dsp:txXfrm>
        <a:off x="2864" y="79200"/>
        <a:ext cx="1722685" cy="460800"/>
      </dsp:txXfrm>
    </dsp:sp>
    <dsp:sp modelId="{8993A06D-6B32-4D52-A816-DC6162A559F0}">
      <dsp:nvSpPr>
        <dsp:cNvPr id="0" name=""/>
        <dsp:cNvSpPr/>
      </dsp:nvSpPr>
      <dsp:spPr>
        <a:xfrm>
          <a:off x="2864" y="540000"/>
          <a:ext cx="1722685" cy="395279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Physical good</a:t>
          </a:r>
        </a:p>
        <a:p>
          <a:pPr marL="171450" lvl="1" indent="-171450" algn="l" defTabSz="711200">
            <a:lnSpc>
              <a:spcPct val="90000"/>
            </a:lnSpc>
            <a:spcBef>
              <a:spcPct val="0"/>
            </a:spcBef>
            <a:spcAft>
              <a:spcPct val="15000"/>
            </a:spcAft>
            <a:buChar char="•"/>
          </a:pPr>
          <a:r>
            <a:rPr lang="en-US" sz="1600" kern="1200"/>
            <a:t>Service</a:t>
          </a:r>
        </a:p>
        <a:p>
          <a:pPr marL="171450" lvl="1" indent="-171450" algn="l" defTabSz="711200">
            <a:lnSpc>
              <a:spcPct val="90000"/>
            </a:lnSpc>
            <a:spcBef>
              <a:spcPct val="0"/>
            </a:spcBef>
            <a:spcAft>
              <a:spcPct val="15000"/>
            </a:spcAft>
            <a:buChar char="•"/>
          </a:pPr>
          <a:r>
            <a:rPr lang="en-US" sz="1600" kern="1200"/>
            <a:t>Features</a:t>
          </a:r>
        </a:p>
        <a:p>
          <a:pPr marL="171450" lvl="1" indent="-171450" algn="l" defTabSz="711200">
            <a:lnSpc>
              <a:spcPct val="90000"/>
            </a:lnSpc>
            <a:spcBef>
              <a:spcPct val="0"/>
            </a:spcBef>
            <a:spcAft>
              <a:spcPct val="15000"/>
            </a:spcAft>
            <a:buChar char="•"/>
          </a:pPr>
          <a:r>
            <a:rPr lang="en-US" sz="1600" kern="1200"/>
            <a:t>Benefts</a:t>
          </a:r>
        </a:p>
        <a:p>
          <a:pPr marL="171450" lvl="1" indent="-171450" algn="l" defTabSz="711200">
            <a:lnSpc>
              <a:spcPct val="90000"/>
            </a:lnSpc>
            <a:spcBef>
              <a:spcPct val="0"/>
            </a:spcBef>
            <a:spcAft>
              <a:spcPct val="15000"/>
            </a:spcAft>
            <a:buChar char="•"/>
          </a:pPr>
          <a:r>
            <a:rPr lang="en-US" sz="1600" kern="1200"/>
            <a:t>Quality level</a:t>
          </a:r>
        </a:p>
        <a:p>
          <a:pPr marL="171450" lvl="1" indent="-171450" algn="l" defTabSz="711200">
            <a:lnSpc>
              <a:spcPct val="90000"/>
            </a:lnSpc>
            <a:spcBef>
              <a:spcPct val="0"/>
            </a:spcBef>
            <a:spcAft>
              <a:spcPct val="15000"/>
            </a:spcAft>
            <a:buChar char="•"/>
          </a:pPr>
          <a:r>
            <a:rPr lang="en-US" sz="1600" kern="1200"/>
            <a:t>Accessories </a:t>
          </a:r>
        </a:p>
        <a:p>
          <a:pPr marL="171450" lvl="1" indent="-171450" algn="l" defTabSz="711200">
            <a:lnSpc>
              <a:spcPct val="90000"/>
            </a:lnSpc>
            <a:spcBef>
              <a:spcPct val="0"/>
            </a:spcBef>
            <a:spcAft>
              <a:spcPct val="15000"/>
            </a:spcAft>
            <a:buChar char="•"/>
          </a:pPr>
          <a:r>
            <a:rPr lang="en-US" sz="1600" kern="1200"/>
            <a:t>Installation</a:t>
          </a:r>
        </a:p>
        <a:p>
          <a:pPr marL="171450" lvl="1" indent="-171450" algn="l" defTabSz="711200">
            <a:lnSpc>
              <a:spcPct val="90000"/>
            </a:lnSpc>
            <a:spcBef>
              <a:spcPct val="0"/>
            </a:spcBef>
            <a:spcAft>
              <a:spcPct val="15000"/>
            </a:spcAft>
            <a:buChar char="•"/>
          </a:pPr>
          <a:r>
            <a:rPr lang="en-US" sz="1600" kern="1200"/>
            <a:t>Instructions</a:t>
          </a:r>
        </a:p>
        <a:p>
          <a:pPr marL="171450" lvl="1" indent="-171450" algn="l" defTabSz="711200">
            <a:lnSpc>
              <a:spcPct val="90000"/>
            </a:lnSpc>
            <a:spcBef>
              <a:spcPct val="0"/>
            </a:spcBef>
            <a:spcAft>
              <a:spcPct val="15000"/>
            </a:spcAft>
            <a:buChar char="•"/>
          </a:pPr>
          <a:r>
            <a:rPr lang="en-US" sz="1600" kern="1200"/>
            <a:t>Warranty</a:t>
          </a:r>
        </a:p>
        <a:p>
          <a:pPr marL="171450" lvl="1" indent="-171450" algn="l" defTabSz="711200">
            <a:lnSpc>
              <a:spcPct val="90000"/>
            </a:lnSpc>
            <a:spcBef>
              <a:spcPct val="0"/>
            </a:spcBef>
            <a:spcAft>
              <a:spcPct val="15000"/>
            </a:spcAft>
            <a:buChar char="•"/>
          </a:pPr>
          <a:r>
            <a:rPr lang="en-US" sz="1600" kern="1200"/>
            <a:t>Product lines</a:t>
          </a:r>
        </a:p>
        <a:p>
          <a:pPr marL="171450" lvl="1" indent="-171450" algn="l" defTabSz="711200">
            <a:lnSpc>
              <a:spcPct val="90000"/>
            </a:lnSpc>
            <a:spcBef>
              <a:spcPct val="0"/>
            </a:spcBef>
            <a:spcAft>
              <a:spcPct val="15000"/>
            </a:spcAft>
            <a:buChar char="•"/>
          </a:pPr>
          <a:r>
            <a:rPr lang="en-US" sz="1600" kern="1200"/>
            <a:t>Packaging</a:t>
          </a:r>
        </a:p>
        <a:p>
          <a:pPr marL="171450" lvl="1" indent="-171450" algn="l" defTabSz="711200">
            <a:lnSpc>
              <a:spcPct val="90000"/>
            </a:lnSpc>
            <a:spcBef>
              <a:spcPct val="0"/>
            </a:spcBef>
            <a:spcAft>
              <a:spcPct val="15000"/>
            </a:spcAft>
            <a:buChar char="•"/>
          </a:pPr>
          <a:r>
            <a:rPr lang="en-US" sz="1600" kern="1200"/>
            <a:t>Branding</a:t>
          </a:r>
        </a:p>
      </dsp:txBody>
      <dsp:txXfrm>
        <a:off x="2864" y="540000"/>
        <a:ext cx="1722685" cy="3952799"/>
      </dsp:txXfrm>
    </dsp:sp>
    <dsp:sp modelId="{38708B99-3D74-484E-8FD6-8584E0C63A50}">
      <dsp:nvSpPr>
        <dsp:cNvPr id="0" name=""/>
        <dsp:cNvSpPr/>
      </dsp:nvSpPr>
      <dsp:spPr>
        <a:xfrm>
          <a:off x="1966726" y="79200"/>
          <a:ext cx="1722685" cy="4608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Place</a:t>
          </a:r>
        </a:p>
      </dsp:txBody>
      <dsp:txXfrm>
        <a:off x="1966726" y="79200"/>
        <a:ext cx="1722685" cy="460800"/>
      </dsp:txXfrm>
    </dsp:sp>
    <dsp:sp modelId="{7EEC42CD-5E91-4674-91F2-0C3A7922B42F}">
      <dsp:nvSpPr>
        <dsp:cNvPr id="0" name=""/>
        <dsp:cNvSpPr/>
      </dsp:nvSpPr>
      <dsp:spPr>
        <a:xfrm>
          <a:off x="1966726" y="540000"/>
          <a:ext cx="1722685" cy="395279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Objectives</a:t>
          </a:r>
        </a:p>
        <a:p>
          <a:pPr marL="171450" lvl="1" indent="-171450" algn="l" defTabSz="711200">
            <a:lnSpc>
              <a:spcPct val="90000"/>
            </a:lnSpc>
            <a:spcBef>
              <a:spcPct val="0"/>
            </a:spcBef>
            <a:spcAft>
              <a:spcPct val="15000"/>
            </a:spcAft>
            <a:buChar char="•"/>
          </a:pPr>
          <a:r>
            <a:rPr lang="en-US" sz="1600" kern="1200"/>
            <a:t>Channel type</a:t>
          </a:r>
        </a:p>
        <a:p>
          <a:pPr marL="171450" lvl="1" indent="-171450" algn="l" defTabSz="711200">
            <a:lnSpc>
              <a:spcPct val="90000"/>
            </a:lnSpc>
            <a:spcBef>
              <a:spcPct val="0"/>
            </a:spcBef>
            <a:spcAft>
              <a:spcPct val="15000"/>
            </a:spcAft>
            <a:buChar char="•"/>
          </a:pPr>
          <a:r>
            <a:rPr lang="en-US" sz="1600" kern="1200"/>
            <a:t>Market exposure</a:t>
          </a:r>
        </a:p>
        <a:p>
          <a:pPr marL="171450" lvl="1" indent="-171450" algn="l" defTabSz="711200">
            <a:lnSpc>
              <a:spcPct val="90000"/>
            </a:lnSpc>
            <a:spcBef>
              <a:spcPct val="0"/>
            </a:spcBef>
            <a:spcAft>
              <a:spcPct val="15000"/>
            </a:spcAft>
            <a:buChar char="•"/>
          </a:pPr>
          <a:r>
            <a:rPr lang="en-US" sz="1600" kern="1200"/>
            <a:t>Kinds of middlemen</a:t>
          </a:r>
        </a:p>
        <a:p>
          <a:pPr marL="171450" lvl="1" indent="-171450" algn="l" defTabSz="711200">
            <a:lnSpc>
              <a:spcPct val="90000"/>
            </a:lnSpc>
            <a:spcBef>
              <a:spcPct val="0"/>
            </a:spcBef>
            <a:spcAft>
              <a:spcPct val="15000"/>
            </a:spcAft>
            <a:buChar char="•"/>
          </a:pPr>
          <a:r>
            <a:rPr lang="en-US" sz="1600" kern="1200"/>
            <a:t>Kinds and locations of stores</a:t>
          </a:r>
        </a:p>
        <a:p>
          <a:pPr marL="171450" lvl="1" indent="-171450" algn="l" defTabSz="711200">
            <a:lnSpc>
              <a:spcPct val="90000"/>
            </a:lnSpc>
            <a:spcBef>
              <a:spcPct val="0"/>
            </a:spcBef>
            <a:spcAft>
              <a:spcPct val="15000"/>
            </a:spcAft>
            <a:buChar char="•"/>
          </a:pPr>
          <a:r>
            <a:rPr lang="en-US" sz="1600" kern="1200"/>
            <a:t>Transporting and storing</a:t>
          </a:r>
        </a:p>
        <a:p>
          <a:pPr marL="171450" lvl="1" indent="-171450" algn="l" defTabSz="711200">
            <a:lnSpc>
              <a:spcPct val="90000"/>
            </a:lnSpc>
            <a:spcBef>
              <a:spcPct val="0"/>
            </a:spcBef>
            <a:spcAft>
              <a:spcPct val="15000"/>
            </a:spcAft>
            <a:buChar char="•"/>
          </a:pPr>
          <a:r>
            <a:rPr lang="en-US" sz="1600" kern="1200"/>
            <a:t>Service levels</a:t>
          </a:r>
        </a:p>
        <a:p>
          <a:pPr marL="171450" lvl="1" indent="-171450" algn="l" defTabSz="711200">
            <a:lnSpc>
              <a:spcPct val="90000"/>
            </a:lnSpc>
            <a:spcBef>
              <a:spcPct val="0"/>
            </a:spcBef>
            <a:spcAft>
              <a:spcPct val="15000"/>
            </a:spcAft>
            <a:buChar char="•"/>
          </a:pPr>
          <a:r>
            <a:rPr lang="en-US" sz="1600" kern="1200"/>
            <a:t>Recruiting middlemen</a:t>
          </a:r>
        </a:p>
        <a:p>
          <a:pPr marL="171450" lvl="1" indent="-171450" algn="l" defTabSz="711200">
            <a:lnSpc>
              <a:spcPct val="90000"/>
            </a:lnSpc>
            <a:spcBef>
              <a:spcPct val="0"/>
            </a:spcBef>
            <a:spcAft>
              <a:spcPct val="15000"/>
            </a:spcAft>
            <a:buChar char="•"/>
          </a:pPr>
          <a:r>
            <a:rPr lang="en-US" sz="1600" kern="1200"/>
            <a:t>Managing channels</a:t>
          </a:r>
        </a:p>
      </dsp:txBody>
      <dsp:txXfrm>
        <a:off x="1966726" y="540000"/>
        <a:ext cx="1722685" cy="3952799"/>
      </dsp:txXfrm>
    </dsp:sp>
    <dsp:sp modelId="{C2161342-6E7E-4A6E-813E-62422E8BEBCF}">
      <dsp:nvSpPr>
        <dsp:cNvPr id="0" name=""/>
        <dsp:cNvSpPr/>
      </dsp:nvSpPr>
      <dsp:spPr>
        <a:xfrm>
          <a:off x="3930587" y="79200"/>
          <a:ext cx="1722685" cy="4608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Promotion</a:t>
          </a:r>
        </a:p>
      </dsp:txBody>
      <dsp:txXfrm>
        <a:off x="3930587" y="79200"/>
        <a:ext cx="1722685" cy="460800"/>
      </dsp:txXfrm>
    </dsp:sp>
    <dsp:sp modelId="{636A08A4-6793-4867-BEA2-E958A6F77A30}">
      <dsp:nvSpPr>
        <dsp:cNvPr id="0" name=""/>
        <dsp:cNvSpPr/>
      </dsp:nvSpPr>
      <dsp:spPr>
        <a:xfrm>
          <a:off x="3930587" y="540000"/>
          <a:ext cx="1722685" cy="395279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Objectives</a:t>
          </a:r>
        </a:p>
        <a:p>
          <a:pPr marL="171450" lvl="1" indent="-171450" algn="l" defTabSz="711200">
            <a:lnSpc>
              <a:spcPct val="90000"/>
            </a:lnSpc>
            <a:spcBef>
              <a:spcPct val="0"/>
            </a:spcBef>
            <a:spcAft>
              <a:spcPct val="15000"/>
            </a:spcAft>
            <a:buChar char="•"/>
          </a:pPr>
          <a:r>
            <a:rPr lang="en-US" sz="1600" kern="1200"/>
            <a:t>Promotion blend</a:t>
          </a:r>
        </a:p>
        <a:p>
          <a:pPr marL="171450" lvl="1" indent="-171450" algn="l" defTabSz="711200">
            <a:lnSpc>
              <a:spcPct val="90000"/>
            </a:lnSpc>
            <a:spcBef>
              <a:spcPct val="0"/>
            </a:spcBef>
            <a:spcAft>
              <a:spcPct val="15000"/>
            </a:spcAft>
            <a:buChar char="•"/>
          </a:pPr>
          <a:r>
            <a:rPr lang="en-US" sz="1600" kern="1200"/>
            <a:t>Sales people</a:t>
          </a:r>
        </a:p>
        <a:p>
          <a:pPr marL="171450" lvl="1" indent="-171450" algn="l" defTabSz="711200">
            <a:lnSpc>
              <a:spcPct val="90000"/>
            </a:lnSpc>
            <a:spcBef>
              <a:spcPct val="0"/>
            </a:spcBef>
            <a:spcAft>
              <a:spcPct val="15000"/>
            </a:spcAft>
            <a:buChar char="•"/>
          </a:pPr>
          <a:r>
            <a:rPr lang="en-US" sz="1600" kern="1200"/>
            <a:t>Advertising</a:t>
          </a:r>
        </a:p>
        <a:p>
          <a:pPr marL="171450" lvl="1" indent="-171450" algn="l" defTabSz="711200">
            <a:lnSpc>
              <a:spcPct val="90000"/>
            </a:lnSpc>
            <a:spcBef>
              <a:spcPct val="0"/>
            </a:spcBef>
            <a:spcAft>
              <a:spcPct val="15000"/>
            </a:spcAft>
            <a:buChar char="•"/>
          </a:pPr>
          <a:r>
            <a:rPr lang="en-US" sz="1600" kern="1200"/>
            <a:t>Sales promotion</a:t>
          </a:r>
        </a:p>
        <a:p>
          <a:pPr marL="171450" lvl="1" indent="-171450" algn="l" defTabSz="711200">
            <a:lnSpc>
              <a:spcPct val="90000"/>
            </a:lnSpc>
            <a:spcBef>
              <a:spcPct val="0"/>
            </a:spcBef>
            <a:spcAft>
              <a:spcPct val="15000"/>
            </a:spcAft>
            <a:buChar char="•"/>
          </a:pPr>
          <a:r>
            <a:rPr lang="en-US" sz="1600" kern="1200"/>
            <a:t>Publicity</a:t>
          </a:r>
        </a:p>
        <a:p>
          <a:pPr marL="171450" lvl="1" indent="-171450" algn="l" defTabSz="711200">
            <a:lnSpc>
              <a:spcPct val="90000"/>
            </a:lnSpc>
            <a:spcBef>
              <a:spcPct val="0"/>
            </a:spcBef>
            <a:spcAft>
              <a:spcPct val="15000"/>
            </a:spcAft>
            <a:buChar char="•"/>
          </a:pPr>
          <a:endParaRPr lang="en-US" sz="1600" kern="1200"/>
        </a:p>
      </dsp:txBody>
      <dsp:txXfrm>
        <a:off x="3930587" y="540000"/>
        <a:ext cx="1722685" cy="3952799"/>
      </dsp:txXfrm>
    </dsp:sp>
    <dsp:sp modelId="{255D5B9A-68A0-4475-869D-46A9AA13A3D4}">
      <dsp:nvSpPr>
        <dsp:cNvPr id="0" name=""/>
        <dsp:cNvSpPr/>
      </dsp:nvSpPr>
      <dsp:spPr>
        <a:xfrm>
          <a:off x="5894449" y="79200"/>
          <a:ext cx="1722685" cy="4608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Price</a:t>
          </a:r>
        </a:p>
      </dsp:txBody>
      <dsp:txXfrm>
        <a:off x="5894449" y="79200"/>
        <a:ext cx="1722685" cy="460800"/>
      </dsp:txXfrm>
    </dsp:sp>
    <dsp:sp modelId="{0F8E48B9-D030-44A5-A1E4-35920917104D}">
      <dsp:nvSpPr>
        <dsp:cNvPr id="0" name=""/>
        <dsp:cNvSpPr/>
      </dsp:nvSpPr>
      <dsp:spPr>
        <a:xfrm>
          <a:off x="5894449" y="540000"/>
          <a:ext cx="1722685" cy="395279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Objectives</a:t>
          </a:r>
        </a:p>
        <a:p>
          <a:pPr marL="171450" lvl="1" indent="-171450" algn="l" defTabSz="711200">
            <a:lnSpc>
              <a:spcPct val="90000"/>
            </a:lnSpc>
            <a:spcBef>
              <a:spcPct val="0"/>
            </a:spcBef>
            <a:spcAft>
              <a:spcPct val="15000"/>
            </a:spcAft>
            <a:buChar char="•"/>
          </a:pPr>
          <a:r>
            <a:rPr lang="en-US" sz="1600" kern="1200"/>
            <a:t>Flexibility</a:t>
          </a:r>
        </a:p>
        <a:p>
          <a:pPr marL="171450" lvl="1" indent="-171450" algn="l" defTabSz="711200">
            <a:lnSpc>
              <a:spcPct val="90000"/>
            </a:lnSpc>
            <a:spcBef>
              <a:spcPct val="0"/>
            </a:spcBef>
            <a:spcAft>
              <a:spcPct val="15000"/>
            </a:spcAft>
            <a:buChar char="•"/>
          </a:pPr>
          <a:r>
            <a:rPr lang="en-US" sz="1600" kern="1200"/>
            <a:t>Product life cycle</a:t>
          </a:r>
        </a:p>
        <a:p>
          <a:pPr marL="171450" lvl="1" indent="-171450" algn="l" defTabSz="711200">
            <a:lnSpc>
              <a:spcPct val="90000"/>
            </a:lnSpc>
            <a:spcBef>
              <a:spcPct val="0"/>
            </a:spcBef>
            <a:spcAft>
              <a:spcPct val="15000"/>
            </a:spcAft>
            <a:buChar char="•"/>
          </a:pPr>
          <a:r>
            <a:rPr lang="en-US" sz="1600" kern="1200"/>
            <a:t>Geographic terms</a:t>
          </a:r>
        </a:p>
        <a:p>
          <a:pPr marL="171450" lvl="1" indent="-171450" algn="l" defTabSz="711200">
            <a:lnSpc>
              <a:spcPct val="90000"/>
            </a:lnSpc>
            <a:spcBef>
              <a:spcPct val="0"/>
            </a:spcBef>
            <a:spcAft>
              <a:spcPct val="15000"/>
            </a:spcAft>
            <a:buChar char="•"/>
          </a:pPr>
          <a:r>
            <a:rPr lang="en-US" sz="1600" kern="1200"/>
            <a:t>Discount</a:t>
          </a:r>
        </a:p>
        <a:p>
          <a:pPr marL="171450" lvl="1" indent="-171450" algn="l" defTabSz="711200">
            <a:lnSpc>
              <a:spcPct val="90000"/>
            </a:lnSpc>
            <a:spcBef>
              <a:spcPct val="0"/>
            </a:spcBef>
            <a:spcAft>
              <a:spcPct val="15000"/>
            </a:spcAft>
            <a:buChar char="•"/>
          </a:pPr>
          <a:r>
            <a:rPr lang="en-US" sz="1600" kern="1200"/>
            <a:t>Allowances</a:t>
          </a:r>
        </a:p>
      </dsp:txBody>
      <dsp:txXfrm>
        <a:off x="5894449" y="540000"/>
        <a:ext cx="1722685" cy="3952799"/>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63491"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337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3493"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3494"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63495"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defRPr>
            </a:lvl1pPr>
          </a:lstStyle>
          <a:p>
            <a:pPr>
              <a:defRPr/>
            </a:pPr>
            <a:fld id="{EF15BBD0-9C78-4457-B429-D297F646EB83}"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miter lim="800000"/>
            <a:headEnd/>
            <a:tailEnd/>
          </a:ln>
        </p:spPr>
        <p:txBody>
          <a:bodyPr/>
          <a:lstStyle/>
          <a:p>
            <a:fld id="{1133171B-201E-4CFA-BA94-674F31EC62D9}" type="slidenum">
              <a:rPr lang="en-US" smtClean="0"/>
              <a:pPr/>
              <a:t>1</a:t>
            </a:fld>
            <a:endParaRPr 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p:spPr>
        <p:txBody>
          <a:bodyPr/>
          <a:lstStyle/>
          <a:p>
            <a:endParaRPr lang="vi-V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selecting a market-oriented strategy is target marketing</a:t>
            </a:r>
          </a:p>
          <a:p>
            <a:endParaRPr lang="en-US" dirty="0"/>
          </a:p>
        </p:txBody>
      </p:sp>
      <p:sp>
        <p:nvSpPr>
          <p:cNvPr id="4" name="Slide Number Placeholder 3"/>
          <p:cNvSpPr>
            <a:spLocks noGrp="1"/>
          </p:cNvSpPr>
          <p:nvPr>
            <p:ph type="sldNum" sz="quarter" idx="5"/>
          </p:nvPr>
        </p:nvSpPr>
        <p:spPr/>
        <p:txBody>
          <a:bodyPr/>
          <a:lstStyle/>
          <a:p>
            <a:pPr>
              <a:defRPr/>
            </a:pPr>
            <a:fld id="{EF15BBD0-9C78-4457-B429-D297F646EB83}" type="slidenum">
              <a:rPr lang="en-US" smtClean="0"/>
              <a:pPr>
                <a:defRPr/>
              </a:pPr>
              <a:t>7</a:t>
            </a:fld>
            <a:endParaRPr lang="en-US" dirty="0"/>
          </a:p>
        </p:txBody>
      </p:sp>
    </p:spTree>
    <p:extLst>
      <p:ext uri="{BB962C8B-B14F-4D97-AF65-F5344CB8AC3E}">
        <p14:creationId xmlns:p14="http://schemas.microsoft.com/office/powerpoint/2010/main" val="2277075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Target marketing is not limited to small market segments. A very large market may be fairly homogeneous and a target marketer will aim at it. For example, a very large group of parents of young children are homogeneous on many dimensions, including their attitudes about changing baby diapers. On the other hand, many elderly people, especially those who are in nursing home and have mobility problems, use diapers in different forms and sizes. The marketing mix for babies isn’t right for elderly people. </a:t>
            </a:r>
          </a:p>
          <a:p>
            <a:endParaRPr lang="en-US" dirty="0"/>
          </a:p>
        </p:txBody>
      </p:sp>
      <p:sp>
        <p:nvSpPr>
          <p:cNvPr id="4" name="Slide Number Placeholder 3"/>
          <p:cNvSpPr>
            <a:spLocks noGrp="1"/>
          </p:cNvSpPr>
          <p:nvPr>
            <p:ph type="sldNum" sz="quarter" idx="5"/>
          </p:nvPr>
        </p:nvSpPr>
        <p:spPr/>
        <p:txBody>
          <a:bodyPr/>
          <a:lstStyle/>
          <a:p>
            <a:pPr>
              <a:defRPr/>
            </a:pPr>
            <a:fld id="{EF15BBD0-9C78-4457-B429-D297F646EB83}" type="slidenum">
              <a:rPr lang="en-US" smtClean="0"/>
              <a:pPr>
                <a:defRPr/>
              </a:pPr>
              <a:t>8</a:t>
            </a:fld>
            <a:endParaRPr lang="en-US" dirty="0"/>
          </a:p>
        </p:txBody>
      </p:sp>
    </p:spTree>
    <p:extLst>
      <p:ext uri="{BB962C8B-B14F-4D97-AF65-F5344CB8AC3E}">
        <p14:creationId xmlns:p14="http://schemas.microsoft.com/office/powerpoint/2010/main" val="1292711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dirty="0"/>
              <a:t>Thâm</a:t>
            </a:r>
            <a:r>
              <a:rPr lang="vi-VN" baseline="0" dirty="0"/>
              <a:t> nhập thị trường</a:t>
            </a:r>
            <a:endParaRPr lang="en-US" dirty="0"/>
          </a:p>
        </p:txBody>
      </p:sp>
      <p:sp>
        <p:nvSpPr>
          <p:cNvPr id="4" name="Slide Number Placeholder 3"/>
          <p:cNvSpPr>
            <a:spLocks noGrp="1"/>
          </p:cNvSpPr>
          <p:nvPr>
            <p:ph type="sldNum" sz="quarter" idx="10"/>
          </p:nvPr>
        </p:nvSpPr>
        <p:spPr/>
        <p:txBody>
          <a:bodyPr/>
          <a:lstStyle/>
          <a:p>
            <a:pPr>
              <a:defRPr/>
            </a:pPr>
            <a:fld id="{EF15BBD0-9C78-4457-B429-D297F646EB83}" type="slidenum">
              <a:rPr lang="en-US" smtClean="0"/>
              <a:pPr>
                <a:defRPr/>
              </a:pPr>
              <a:t>19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18"/>
          <p:cNvSpPr>
            <a:spLocks noChangeShapeType="1"/>
          </p:cNvSpPr>
          <p:nvPr userDrawn="1"/>
        </p:nvSpPr>
        <p:spPr bwMode="auto">
          <a:xfrm>
            <a:off x="685800" y="2895600"/>
            <a:ext cx="7848600" cy="0"/>
          </a:xfrm>
          <a:prstGeom prst="line">
            <a:avLst/>
          </a:prstGeom>
          <a:noFill/>
          <a:ln w="63500">
            <a:solidFill>
              <a:srgbClr val="6699FF"/>
            </a:solidFill>
            <a:round/>
            <a:headEnd/>
            <a:tailEnd/>
          </a:ln>
        </p:spPr>
        <p:txBody>
          <a:bodyPr/>
          <a:lstStyle/>
          <a:p>
            <a:pPr>
              <a:defRPr/>
            </a:pPr>
            <a:endParaRPr lang="vi-VN"/>
          </a:p>
        </p:txBody>
      </p:sp>
      <p:sp>
        <p:nvSpPr>
          <p:cNvPr id="5" name="Rectangle 19"/>
          <p:cNvSpPr>
            <a:spLocks noChangeArrowheads="1"/>
          </p:cNvSpPr>
          <p:nvPr userDrawn="1"/>
        </p:nvSpPr>
        <p:spPr bwMode="auto">
          <a:xfrm>
            <a:off x="0" y="5486400"/>
            <a:ext cx="228600" cy="1371600"/>
          </a:xfrm>
          <a:prstGeom prst="rect">
            <a:avLst/>
          </a:prstGeom>
          <a:solidFill>
            <a:srgbClr val="000066"/>
          </a:solidFill>
          <a:ln w="9525">
            <a:noFill/>
            <a:miter lim="800000"/>
            <a:headEnd/>
            <a:tailEnd/>
          </a:ln>
        </p:spPr>
        <p:txBody>
          <a:bodyPr wrap="none" anchor="ctr"/>
          <a:lstStyle/>
          <a:p>
            <a:pPr algn="ctr" eaLnBrk="1" hangingPunct="1">
              <a:defRPr/>
            </a:pPr>
            <a:endParaRPr lang="vi-VN">
              <a:solidFill>
                <a:srgbClr val="000000"/>
              </a:solidFill>
              <a:latin typeface="Times New Roman" pitchFamily="18" charset="0"/>
            </a:endParaRPr>
          </a:p>
        </p:txBody>
      </p:sp>
      <p:sp>
        <p:nvSpPr>
          <p:cNvPr id="6" name="Rectangle 20"/>
          <p:cNvSpPr>
            <a:spLocks noChangeArrowheads="1"/>
          </p:cNvSpPr>
          <p:nvPr userDrawn="1"/>
        </p:nvSpPr>
        <p:spPr bwMode="auto">
          <a:xfrm>
            <a:off x="0" y="4114800"/>
            <a:ext cx="228600" cy="1371600"/>
          </a:xfrm>
          <a:prstGeom prst="rect">
            <a:avLst/>
          </a:prstGeom>
          <a:solidFill>
            <a:srgbClr val="996633"/>
          </a:solidFill>
          <a:ln w="9525">
            <a:noFill/>
            <a:miter lim="800000"/>
            <a:headEnd/>
            <a:tailEnd/>
          </a:ln>
        </p:spPr>
        <p:txBody>
          <a:bodyPr wrap="none" anchor="ctr"/>
          <a:lstStyle/>
          <a:p>
            <a:pPr algn="ctr" eaLnBrk="1" hangingPunct="1">
              <a:defRPr/>
            </a:pPr>
            <a:endParaRPr lang="vi-VN">
              <a:solidFill>
                <a:srgbClr val="000000"/>
              </a:solidFill>
              <a:latin typeface="Times New Roman" pitchFamily="18" charset="0"/>
            </a:endParaRPr>
          </a:p>
        </p:txBody>
      </p:sp>
      <p:sp>
        <p:nvSpPr>
          <p:cNvPr id="7" name="Rectangle 21"/>
          <p:cNvSpPr>
            <a:spLocks noChangeArrowheads="1"/>
          </p:cNvSpPr>
          <p:nvPr userDrawn="1"/>
        </p:nvSpPr>
        <p:spPr bwMode="auto">
          <a:xfrm>
            <a:off x="0" y="2743200"/>
            <a:ext cx="228600" cy="1371600"/>
          </a:xfrm>
          <a:prstGeom prst="rect">
            <a:avLst/>
          </a:prstGeom>
          <a:solidFill>
            <a:srgbClr val="009999"/>
          </a:solidFill>
          <a:ln w="9525">
            <a:noFill/>
            <a:miter lim="800000"/>
            <a:headEnd/>
            <a:tailEnd/>
          </a:ln>
        </p:spPr>
        <p:txBody>
          <a:bodyPr wrap="none" anchor="ctr"/>
          <a:lstStyle/>
          <a:p>
            <a:pPr algn="ctr" eaLnBrk="1" hangingPunct="1">
              <a:defRPr/>
            </a:pPr>
            <a:endParaRPr lang="vi-VN">
              <a:solidFill>
                <a:srgbClr val="000000"/>
              </a:solidFill>
              <a:latin typeface="Times New Roman" pitchFamily="18" charset="0"/>
            </a:endParaRPr>
          </a:p>
        </p:txBody>
      </p:sp>
      <p:sp>
        <p:nvSpPr>
          <p:cNvPr id="8" name="Rectangle 22"/>
          <p:cNvSpPr>
            <a:spLocks noChangeArrowheads="1"/>
          </p:cNvSpPr>
          <p:nvPr userDrawn="1"/>
        </p:nvSpPr>
        <p:spPr bwMode="auto">
          <a:xfrm>
            <a:off x="0" y="1371600"/>
            <a:ext cx="228600" cy="1371600"/>
          </a:xfrm>
          <a:prstGeom prst="rect">
            <a:avLst/>
          </a:prstGeom>
          <a:solidFill>
            <a:srgbClr val="CC0066"/>
          </a:solidFill>
          <a:ln w="9525">
            <a:noFill/>
            <a:miter lim="800000"/>
            <a:headEnd/>
            <a:tailEnd/>
          </a:ln>
        </p:spPr>
        <p:txBody>
          <a:bodyPr wrap="none" anchor="ctr"/>
          <a:lstStyle/>
          <a:p>
            <a:pPr algn="ctr" eaLnBrk="1" hangingPunct="1">
              <a:defRPr/>
            </a:pPr>
            <a:endParaRPr lang="vi-VN">
              <a:solidFill>
                <a:srgbClr val="000000"/>
              </a:solidFill>
              <a:latin typeface="Times New Roman" pitchFamily="18" charset="0"/>
            </a:endParaRPr>
          </a:p>
        </p:txBody>
      </p:sp>
      <p:sp>
        <p:nvSpPr>
          <p:cNvPr id="9" name="Rectangle 23"/>
          <p:cNvSpPr>
            <a:spLocks noChangeArrowheads="1"/>
          </p:cNvSpPr>
          <p:nvPr userDrawn="1"/>
        </p:nvSpPr>
        <p:spPr bwMode="auto">
          <a:xfrm>
            <a:off x="0" y="0"/>
            <a:ext cx="228600" cy="1371600"/>
          </a:xfrm>
          <a:prstGeom prst="rect">
            <a:avLst/>
          </a:prstGeom>
          <a:solidFill>
            <a:srgbClr val="808000"/>
          </a:solidFill>
          <a:ln w="9525">
            <a:noFill/>
            <a:miter lim="800000"/>
            <a:headEnd/>
            <a:tailEnd/>
          </a:ln>
        </p:spPr>
        <p:txBody>
          <a:bodyPr wrap="none" anchor="ctr"/>
          <a:lstStyle/>
          <a:p>
            <a:pPr algn="ctr" eaLnBrk="1" hangingPunct="1">
              <a:defRPr/>
            </a:pPr>
            <a:endParaRPr lang="vi-VN">
              <a:solidFill>
                <a:srgbClr val="000000"/>
              </a:solidFill>
              <a:latin typeface="Times New Roman" pitchFamily="18" charset="0"/>
            </a:endParaRPr>
          </a:p>
        </p:txBody>
      </p:sp>
      <p:sp>
        <p:nvSpPr>
          <p:cNvPr id="204802" name="Rectangle 2"/>
          <p:cNvSpPr>
            <a:spLocks noGrp="1" noChangeArrowheads="1"/>
          </p:cNvSpPr>
          <p:nvPr>
            <p:ph type="ctrTitle"/>
          </p:nvPr>
        </p:nvSpPr>
        <p:spPr>
          <a:xfrm>
            <a:off x="685800" y="685800"/>
            <a:ext cx="7772400" cy="2127250"/>
          </a:xfrm>
        </p:spPr>
        <p:txBody>
          <a:bodyPr/>
          <a:lstStyle>
            <a:lvl1pPr algn="ctr">
              <a:defRPr sz="3600"/>
            </a:lvl1pPr>
          </a:lstStyle>
          <a:p>
            <a:r>
              <a:rPr lang="en-US"/>
              <a:t>Click to edit Master title style</a:t>
            </a:r>
          </a:p>
        </p:txBody>
      </p:sp>
      <p:sp>
        <p:nvSpPr>
          <p:cNvPr id="204803" name="Rectangle 3"/>
          <p:cNvSpPr>
            <a:spLocks noGrp="1" noChangeArrowheads="1"/>
          </p:cNvSpPr>
          <p:nvPr>
            <p:ph type="subTitle" idx="1"/>
          </p:nvPr>
        </p:nvSpPr>
        <p:spPr>
          <a:xfrm>
            <a:off x="1371600" y="3270250"/>
            <a:ext cx="6400800" cy="2209800"/>
          </a:xfrm>
        </p:spPr>
        <p:txBody>
          <a:bodyPr/>
          <a:lstStyle>
            <a:lvl1pPr marL="0" indent="0" algn="ctr">
              <a:buFontTx/>
              <a:buNone/>
              <a:defRPr sz="2600"/>
            </a:lvl1pPr>
          </a:lstStyle>
          <a:p>
            <a:r>
              <a:rPr lang="en-US"/>
              <a:t>Click to edit Master subtitle style</a:t>
            </a:r>
          </a:p>
        </p:txBody>
      </p:sp>
      <p:sp>
        <p:nvSpPr>
          <p:cNvPr id="10" name="Rectangle 6"/>
          <p:cNvSpPr>
            <a:spLocks noGrp="1" noChangeArrowheads="1"/>
          </p:cNvSpPr>
          <p:nvPr>
            <p:ph type="sldNum" sz="quarter" idx="10"/>
          </p:nvPr>
        </p:nvSpPr>
        <p:spPr>
          <a:xfrm>
            <a:off x="6553200" y="6248400"/>
            <a:ext cx="2133600" cy="457200"/>
          </a:xfrm>
        </p:spPr>
        <p:txBody>
          <a:bodyPr/>
          <a:lstStyle>
            <a:lvl1pPr eaLnBrk="0" hangingPunct="0">
              <a:defRPr>
                <a:solidFill>
                  <a:srgbClr val="FF3300"/>
                </a:solidFill>
                <a:latin typeface="Verdana" pitchFamily="34" charset="0"/>
              </a:defRPr>
            </a:lvl1pPr>
          </a:lstStyle>
          <a:p>
            <a:pPr>
              <a:defRPr/>
            </a:pPr>
            <a:r>
              <a:rPr lang="en-US"/>
              <a:t>15-</a:t>
            </a:r>
            <a:fld id="{15AC04B7-4349-45E6-8FFE-374DDFAFDDCA}" type="slidenum">
              <a:rPr lang="en-US"/>
              <a:pPr>
                <a:defRPr/>
              </a:pPr>
              <a:t>‹#›</a:t>
            </a:fld>
            <a:endParaRPr lang="en-US"/>
          </a:p>
        </p:txBody>
      </p:sp>
      <p:sp>
        <p:nvSpPr>
          <p:cNvPr id="11" name="Rectangle 5"/>
          <p:cNvSpPr>
            <a:spLocks noGrp="1" noChangeArrowheads="1"/>
          </p:cNvSpPr>
          <p:nvPr>
            <p:ph type="ftr" sz="quarter" idx="11"/>
          </p:nvPr>
        </p:nvSpPr>
        <p:spPr/>
        <p:txBody>
          <a:bodyPr/>
          <a:lstStyle>
            <a:lvl1pPr eaLnBrk="0" hangingPunct="0">
              <a:defRPr/>
            </a:lvl1pPr>
          </a:lstStyle>
          <a:p>
            <a:pPr>
              <a:defRPr/>
            </a:pPr>
            <a:r>
              <a:rPr lang="en-US"/>
              <a:t>Copyright © 2011 Pearson Education</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8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p:cNvSpPr>
            <a:spLocks noGrp="1"/>
          </p:cNvSpPr>
          <p:nvPr>
            <p:ph type="sldNum" sz="quarter" idx="10"/>
          </p:nvPr>
        </p:nvSpPr>
        <p:spPr/>
        <p:txBody>
          <a:bodyPr/>
          <a:lstStyle>
            <a:lvl1pPr eaLnBrk="0" hangingPunct="0">
              <a:defRPr/>
            </a:lvl1pPr>
          </a:lstStyle>
          <a:p>
            <a:pPr>
              <a:defRPr/>
            </a:pPr>
            <a:r>
              <a:rPr lang="en-US"/>
              <a:t>15-</a:t>
            </a:r>
            <a:fld id="{68F429EC-1868-4584-9841-A602A7D87E26}" type="slidenum">
              <a:rPr lang="en-US"/>
              <a:pPr>
                <a:defRPr/>
              </a:pPr>
              <a:t>‹#›</a:t>
            </a:fld>
            <a:endParaRPr lang="en-US"/>
          </a:p>
        </p:txBody>
      </p:sp>
      <p:sp>
        <p:nvSpPr>
          <p:cNvPr id="5" name="Rectangle 5"/>
          <p:cNvSpPr>
            <a:spLocks noGrp="1" noChangeArrowheads="1"/>
          </p:cNvSpPr>
          <p:nvPr>
            <p:ph type="ftr" sz="quarter" idx="11"/>
          </p:nvPr>
        </p:nvSpPr>
        <p:spPr/>
        <p:txBody>
          <a:bodyPr/>
          <a:lstStyle>
            <a:lvl1pPr eaLnBrk="0" hangingPunct="0">
              <a:defRPr/>
            </a:lvl1pPr>
          </a:lstStyle>
          <a:p>
            <a:pPr>
              <a:defRPr/>
            </a:pPr>
            <a:r>
              <a:rPr lang="en-US"/>
              <a:t>Copyright © 2011 Pearson Education</a:t>
            </a:r>
          </a:p>
          <a:p>
            <a:pPr>
              <a:defRPr/>
            </a:pPr>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p:txBody>
          <a:bodyPr/>
          <a:lstStyle>
            <a:lvl1pPr eaLnBrk="0" hangingPunct="0">
              <a:defRPr/>
            </a:lvl1pPr>
          </a:lstStyle>
          <a:p>
            <a:pPr>
              <a:defRPr/>
            </a:pPr>
            <a:r>
              <a:rPr lang="en-US"/>
              <a:t>15-</a:t>
            </a:r>
            <a:fld id="{DCBA822E-06EE-4682-82BF-E74486738C37}" type="slidenum">
              <a:rPr lang="en-US"/>
              <a:pPr>
                <a:defRPr/>
              </a:pPr>
              <a:t>‹#›</a:t>
            </a:fld>
            <a:endParaRPr lang="en-US"/>
          </a:p>
        </p:txBody>
      </p:sp>
      <p:sp>
        <p:nvSpPr>
          <p:cNvPr id="5" name="Rectangle 5"/>
          <p:cNvSpPr>
            <a:spLocks noGrp="1" noChangeArrowheads="1"/>
          </p:cNvSpPr>
          <p:nvPr>
            <p:ph type="ftr" sz="quarter" idx="11"/>
          </p:nvPr>
        </p:nvSpPr>
        <p:spPr/>
        <p:txBody>
          <a:bodyPr/>
          <a:lstStyle>
            <a:lvl1pPr eaLnBrk="0" hangingPunct="0">
              <a:defRPr/>
            </a:lvl1pPr>
          </a:lstStyle>
          <a:p>
            <a:pPr>
              <a:defRPr/>
            </a:pPr>
            <a:r>
              <a:rPr lang="en-US"/>
              <a:t>Copyright © 2011 Pearson Education</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038600" cy="47593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71600"/>
            <a:ext cx="4038600" cy="47593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p:cNvSpPr>
            <a:spLocks noGrp="1" noChangeArrowheads="1"/>
          </p:cNvSpPr>
          <p:nvPr>
            <p:ph type="sldNum" sz="quarter" idx="10"/>
          </p:nvPr>
        </p:nvSpPr>
        <p:spPr/>
        <p:txBody>
          <a:bodyPr/>
          <a:lstStyle>
            <a:lvl1pPr eaLnBrk="0" hangingPunct="0">
              <a:defRPr/>
            </a:lvl1pPr>
          </a:lstStyle>
          <a:p>
            <a:pPr>
              <a:defRPr/>
            </a:pPr>
            <a:r>
              <a:rPr lang="en-US"/>
              <a:t>15-</a:t>
            </a:r>
            <a:fld id="{73548662-38EA-476B-A925-9902C068922C}" type="slidenum">
              <a:rPr lang="en-US"/>
              <a:pPr>
                <a:defRPr/>
              </a:pPr>
              <a:t>‹#›</a:t>
            </a:fld>
            <a:endParaRPr lang="en-US"/>
          </a:p>
        </p:txBody>
      </p:sp>
      <p:sp>
        <p:nvSpPr>
          <p:cNvPr id="6" name="Rectangle 5"/>
          <p:cNvSpPr>
            <a:spLocks noGrp="1" noChangeArrowheads="1"/>
          </p:cNvSpPr>
          <p:nvPr>
            <p:ph type="ftr" sz="quarter" idx="11"/>
          </p:nvPr>
        </p:nvSpPr>
        <p:spPr/>
        <p:txBody>
          <a:bodyPr/>
          <a:lstStyle>
            <a:lvl1pPr eaLnBrk="0" hangingPunct="0">
              <a:defRPr/>
            </a:lvl1pPr>
          </a:lstStyle>
          <a:p>
            <a:pPr>
              <a:defRPr/>
            </a:pPr>
            <a:r>
              <a:rPr lang="en-US"/>
              <a:t>Copyright © 2011 Pearson Education</a:t>
            </a: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p:txBody>
          <a:bodyPr/>
          <a:lstStyle>
            <a:lvl1pPr eaLnBrk="0" hangingPunct="0">
              <a:defRPr/>
            </a:lvl1pPr>
          </a:lstStyle>
          <a:p>
            <a:pPr>
              <a:defRPr/>
            </a:pPr>
            <a:r>
              <a:rPr lang="en-US"/>
              <a:t>15-</a:t>
            </a:r>
            <a:fld id="{06E1AB68-8C2A-4F6B-8B92-E24FA05C5C4B}" type="slidenum">
              <a:rPr lang="en-US"/>
              <a:pPr>
                <a:defRPr/>
              </a:pPr>
              <a:t>‹#›</a:t>
            </a:fld>
            <a:endParaRPr lang="en-US"/>
          </a:p>
        </p:txBody>
      </p:sp>
      <p:sp>
        <p:nvSpPr>
          <p:cNvPr id="8" name="Rectangle 5"/>
          <p:cNvSpPr>
            <a:spLocks noGrp="1" noChangeArrowheads="1"/>
          </p:cNvSpPr>
          <p:nvPr>
            <p:ph type="ftr" sz="quarter" idx="11"/>
          </p:nvPr>
        </p:nvSpPr>
        <p:spPr/>
        <p:txBody>
          <a:bodyPr/>
          <a:lstStyle>
            <a:lvl1pPr eaLnBrk="0" hangingPunct="0">
              <a:defRPr/>
            </a:lvl1pPr>
          </a:lstStyle>
          <a:p>
            <a:pPr>
              <a:defRPr/>
            </a:pPr>
            <a:r>
              <a:rPr lang="en-US"/>
              <a:t>Copyright © 2011 Pearson Education</a:t>
            </a:r>
          </a:p>
          <a:p>
            <a:pPr>
              <a:defRPr/>
            </a:pPr>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4"/>
          <p:cNvSpPr>
            <a:spLocks noGrp="1"/>
          </p:cNvSpPr>
          <p:nvPr>
            <p:ph type="sldNum" sz="quarter" idx="10"/>
          </p:nvPr>
        </p:nvSpPr>
        <p:spPr/>
        <p:txBody>
          <a:bodyPr/>
          <a:lstStyle>
            <a:lvl1pPr eaLnBrk="0" hangingPunct="0">
              <a:defRPr/>
            </a:lvl1pPr>
          </a:lstStyle>
          <a:p>
            <a:pPr>
              <a:defRPr/>
            </a:pPr>
            <a:r>
              <a:rPr lang="en-US"/>
              <a:t>15-</a:t>
            </a:r>
            <a:fld id="{FC0B27FC-707D-486B-B7C3-572D153FD175}" type="slidenum">
              <a:rPr lang="en-US"/>
              <a:pPr>
                <a:defRPr/>
              </a:pPr>
              <a:t>‹#›</a:t>
            </a:fld>
            <a:endParaRPr lang="en-US"/>
          </a:p>
        </p:txBody>
      </p:sp>
      <p:sp>
        <p:nvSpPr>
          <p:cNvPr id="4" name="Rectangle 5"/>
          <p:cNvSpPr>
            <a:spLocks noGrp="1" noChangeArrowheads="1"/>
          </p:cNvSpPr>
          <p:nvPr>
            <p:ph type="ftr" sz="quarter" idx="11"/>
          </p:nvPr>
        </p:nvSpPr>
        <p:spPr/>
        <p:txBody>
          <a:bodyPr/>
          <a:lstStyle>
            <a:lvl1pPr eaLnBrk="0" hangingPunct="0">
              <a:defRPr/>
            </a:lvl1pPr>
          </a:lstStyle>
          <a:p>
            <a:pPr>
              <a:defRPr/>
            </a:pPr>
            <a:r>
              <a:rPr lang="en-US"/>
              <a:t>Copyright © 2011 Pearson Education</a:t>
            </a: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eaLnBrk="0" hangingPunct="0">
              <a:defRPr/>
            </a:lvl1pPr>
          </a:lstStyle>
          <a:p>
            <a:pPr>
              <a:defRPr/>
            </a:pPr>
            <a:r>
              <a:rPr lang="en-US"/>
              <a:t>15-</a:t>
            </a:r>
            <a:fld id="{B9F9D301-DBD8-4895-82A5-EE50FAC75555}" type="slidenum">
              <a:rPr lang="en-US"/>
              <a:pPr>
                <a:defRPr/>
              </a:pPr>
              <a:t>‹#›</a:t>
            </a:fld>
            <a:endParaRPr lang="en-US"/>
          </a:p>
        </p:txBody>
      </p:sp>
      <p:sp>
        <p:nvSpPr>
          <p:cNvPr id="3" name="Rectangle 5"/>
          <p:cNvSpPr>
            <a:spLocks noGrp="1" noChangeArrowheads="1"/>
          </p:cNvSpPr>
          <p:nvPr>
            <p:ph type="ftr" sz="quarter" idx="11"/>
          </p:nvPr>
        </p:nvSpPr>
        <p:spPr/>
        <p:txBody>
          <a:bodyPr/>
          <a:lstStyle>
            <a:lvl1pPr eaLnBrk="0" hangingPunct="0">
              <a:defRPr/>
            </a:lvl1pPr>
          </a:lstStyle>
          <a:p>
            <a:pPr>
              <a:defRPr/>
            </a:pPr>
            <a:r>
              <a:rPr lang="en-US"/>
              <a:t>Copyright © 2011 Pearson Education</a:t>
            </a:r>
          </a:p>
          <a:p>
            <a:pPr>
              <a:defRPr/>
            </a:pPr>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sldNum" sz="quarter" idx="10"/>
          </p:nvPr>
        </p:nvSpPr>
        <p:spPr/>
        <p:txBody>
          <a:bodyPr/>
          <a:lstStyle>
            <a:lvl1pPr eaLnBrk="0" hangingPunct="0">
              <a:defRPr/>
            </a:lvl1pPr>
          </a:lstStyle>
          <a:p>
            <a:pPr>
              <a:defRPr/>
            </a:pPr>
            <a:r>
              <a:rPr lang="en-US"/>
              <a:t>15-</a:t>
            </a:r>
            <a:fld id="{5955C769-F63B-4503-A78F-27851BD8AADF}" type="slidenum">
              <a:rPr lang="en-US"/>
              <a:pPr>
                <a:defRPr/>
              </a:pPr>
              <a:t>‹#›</a:t>
            </a:fld>
            <a:endParaRPr lang="en-US"/>
          </a:p>
        </p:txBody>
      </p:sp>
      <p:sp>
        <p:nvSpPr>
          <p:cNvPr id="6" name="Rectangle 5"/>
          <p:cNvSpPr>
            <a:spLocks noGrp="1" noChangeArrowheads="1"/>
          </p:cNvSpPr>
          <p:nvPr>
            <p:ph type="ftr" sz="quarter" idx="11"/>
          </p:nvPr>
        </p:nvSpPr>
        <p:spPr/>
        <p:txBody>
          <a:bodyPr/>
          <a:lstStyle>
            <a:lvl1pPr eaLnBrk="0" hangingPunct="0">
              <a:defRPr/>
            </a:lvl1pPr>
          </a:lstStyle>
          <a:p>
            <a:pPr>
              <a:defRPr/>
            </a:pPr>
            <a:r>
              <a:rPr lang="en-US"/>
              <a:t>Copyright © 2011 Pearson Education</a:t>
            </a:r>
          </a:p>
          <a:p>
            <a:pPr>
              <a:defRPr/>
            </a:pPr>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sldNum" sz="quarter" idx="10"/>
          </p:nvPr>
        </p:nvSpPr>
        <p:spPr/>
        <p:txBody>
          <a:bodyPr/>
          <a:lstStyle>
            <a:lvl1pPr eaLnBrk="0" hangingPunct="0">
              <a:defRPr/>
            </a:lvl1pPr>
          </a:lstStyle>
          <a:p>
            <a:pPr>
              <a:defRPr/>
            </a:pPr>
            <a:r>
              <a:rPr lang="en-US"/>
              <a:t>15-</a:t>
            </a:r>
            <a:fld id="{31B17060-2649-4538-A915-84E87DF6AFAC}" type="slidenum">
              <a:rPr lang="en-US"/>
              <a:pPr>
                <a:defRPr/>
              </a:pPr>
              <a:t>‹#›</a:t>
            </a:fld>
            <a:endParaRPr lang="en-US"/>
          </a:p>
        </p:txBody>
      </p:sp>
      <p:sp>
        <p:nvSpPr>
          <p:cNvPr id="6" name="Rectangle 5"/>
          <p:cNvSpPr>
            <a:spLocks noGrp="1" noChangeArrowheads="1"/>
          </p:cNvSpPr>
          <p:nvPr>
            <p:ph type="ftr" sz="quarter" idx="11"/>
          </p:nvPr>
        </p:nvSpPr>
        <p:spPr/>
        <p:txBody>
          <a:bodyPr/>
          <a:lstStyle>
            <a:lvl1pPr eaLnBrk="0" hangingPunct="0">
              <a:defRPr/>
            </a:lvl1pPr>
          </a:lstStyle>
          <a:p>
            <a:pPr>
              <a:defRPr/>
            </a:pPr>
            <a:r>
              <a:rPr lang="en-US"/>
              <a:t>Copyright © 2011 Pearson Education</a:t>
            </a:r>
          </a:p>
          <a:p>
            <a:pPr>
              <a:defRPr/>
            </a:pPr>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p:txBody>
          <a:bodyPr/>
          <a:lstStyle>
            <a:lvl1pPr eaLnBrk="0" hangingPunct="0">
              <a:defRPr/>
            </a:lvl1pPr>
          </a:lstStyle>
          <a:p>
            <a:pPr>
              <a:defRPr/>
            </a:pPr>
            <a:r>
              <a:rPr lang="en-US"/>
              <a:t>15-</a:t>
            </a:r>
            <a:fld id="{AFF1D56D-55C1-4B1E-8A27-64E133F00AB6}" type="slidenum">
              <a:rPr lang="en-US"/>
              <a:pPr>
                <a:defRPr/>
              </a:pPr>
              <a:t>‹#›</a:t>
            </a:fld>
            <a:endParaRPr lang="en-US"/>
          </a:p>
        </p:txBody>
      </p:sp>
      <p:sp>
        <p:nvSpPr>
          <p:cNvPr id="5" name="Rectangle 5"/>
          <p:cNvSpPr>
            <a:spLocks noGrp="1" noChangeArrowheads="1"/>
          </p:cNvSpPr>
          <p:nvPr>
            <p:ph type="ftr" sz="quarter" idx="11"/>
          </p:nvPr>
        </p:nvSpPr>
        <p:spPr/>
        <p:txBody>
          <a:bodyPr/>
          <a:lstStyle>
            <a:lvl1pPr eaLnBrk="0" hangingPunct="0">
              <a:defRPr/>
            </a:lvl1pPr>
          </a:lstStyle>
          <a:p>
            <a:pPr>
              <a:defRPr/>
            </a:pPr>
            <a:r>
              <a:rPr lang="en-US"/>
              <a:t>Copyright © 2011 Pearson Education</a:t>
            </a:r>
          </a:p>
          <a:p>
            <a:pPr>
              <a:defRPr/>
            </a:pPr>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p:txBody>
          <a:bodyPr/>
          <a:lstStyle>
            <a:lvl1pPr eaLnBrk="0" hangingPunct="0">
              <a:defRPr/>
            </a:lvl1pPr>
          </a:lstStyle>
          <a:p>
            <a:pPr>
              <a:defRPr/>
            </a:pPr>
            <a:r>
              <a:rPr lang="en-US"/>
              <a:t>15-</a:t>
            </a:r>
            <a:fld id="{E0E5041D-31A8-4DAC-A92B-D7E2B1353ED5}" type="slidenum">
              <a:rPr lang="en-US"/>
              <a:pPr>
                <a:defRPr/>
              </a:pPr>
              <a:t>‹#›</a:t>
            </a:fld>
            <a:endParaRPr lang="en-US"/>
          </a:p>
        </p:txBody>
      </p:sp>
      <p:sp>
        <p:nvSpPr>
          <p:cNvPr id="5" name="Rectangle 5"/>
          <p:cNvSpPr>
            <a:spLocks noGrp="1" noChangeArrowheads="1"/>
          </p:cNvSpPr>
          <p:nvPr>
            <p:ph type="ftr" sz="quarter" idx="11"/>
          </p:nvPr>
        </p:nvSpPr>
        <p:spPr/>
        <p:txBody>
          <a:bodyPr/>
          <a:lstStyle>
            <a:lvl1pPr eaLnBrk="0" hangingPunct="0">
              <a:defRPr/>
            </a:lvl1pPr>
          </a:lstStyle>
          <a:p>
            <a:pPr>
              <a:defRPr/>
            </a:pPr>
            <a:r>
              <a:rPr lang="en-US"/>
              <a:t>Copyright © 2011 Pearson Education</a:t>
            </a: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86518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371600"/>
            <a:ext cx="8229600" cy="4759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3782" name="Rectangle 6"/>
          <p:cNvSpPr>
            <a:spLocks noGrp="1" noChangeArrowheads="1"/>
          </p:cNvSpPr>
          <p:nvPr>
            <p:ph type="sldNum" sz="quarter" idx="4"/>
          </p:nvPr>
        </p:nvSpPr>
        <p:spPr bwMode="auto">
          <a:xfrm>
            <a:off x="6553200" y="6477000"/>
            <a:ext cx="21336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1">
                <a:solidFill>
                  <a:srgbClr val="CC3300"/>
                </a:solidFill>
                <a:latin typeface="Arial" charset="0"/>
              </a:defRPr>
            </a:lvl1pPr>
          </a:lstStyle>
          <a:p>
            <a:pPr>
              <a:defRPr/>
            </a:pPr>
            <a:r>
              <a:rPr lang="en-US"/>
              <a:t>15-</a:t>
            </a:r>
            <a:fld id="{058DD1C8-53AD-4208-AE8F-A0816ED24786}" type="slidenum">
              <a:rPr lang="en-US"/>
              <a:pPr>
                <a:defRPr/>
              </a:pPr>
              <a:t>‹#›</a:t>
            </a:fld>
            <a:endParaRPr lang="en-US"/>
          </a:p>
        </p:txBody>
      </p:sp>
      <p:sp>
        <p:nvSpPr>
          <p:cNvPr id="2053" name="Line 16"/>
          <p:cNvSpPr>
            <a:spLocks noChangeShapeType="1"/>
          </p:cNvSpPr>
          <p:nvPr userDrawn="1"/>
        </p:nvSpPr>
        <p:spPr bwMode="auto">
          <a:xfrm>
            <a:off x="457200" y="1143000"/>
            <a:ext cx="8077200" cy="0"/>
          </a:xfrm>
          <a:prstGeom prst="line">
            <a:avLst/>
          </a:prstGeom>
          <a:noFill/>
          <a:ln w="63500">
            <a:solidFill>
              <a:srgbClr val="6699FF"/>
            </a:solidFill>
            <a:round/>
            <a:headEnd/>
            <a:tailEnd/>
          </a:ln>
        </p:spPr>
        <p:txBody>
          <a:bodyPr/>
          <a:lstStyle/>
          <a:p>
            <a:pPr>
              <a:defRPr/>
            </a:pPr>
            <a:endParaRPr lang="vi-VN"/>
          </a:p>
        </p:txBody>
      </p:sp>
      <p:sp>
        <p:nvSpPr>
          <p:cNvPr id="2054" name="Rectangle 17"/>
          <p:cNvSpPr>
            <a:spLocks noChangeArrowheads="1"/>
          </p:cNvSpPr>
          <p:nvPr userDrawn="1"/>
        </p:nvSpPr>
        <p:spPr bwMode="auto">
          <a:xfrm>
            <a:off x="0" y="5486400"/>
            <a:ext cx="228600" cy="1371600"/>
          </a:xfrm>
          <a:prstGeom prst="rect">
            <a:avLst/>
          </a:prstGeom>
          <a:solidFill>
            <a:srgbClr val="000066"/>
          </a:solidFill>
          <a:ln w="9525">
            <a:noFill/>
            <a:miter lim="800000"/>
            <a:headEnd/>
            <a:tailEnd/>
          </a:ln>
        </p:spPr>
        <p:txBody>
          <a:bodyPr wrap="none" anchor="ctr"/>
          <a:lstStyle/>
          <a:p>
            <a:pPr algn="ctr" eaLnBrk="1" hangingPunct="1">
              <a:defRPr/>
            </a:pPr>
            <a:endParaRPr lang="vi-VN">
              <a:solidFill>
                <a:srgbClr val="000000"/>
              </a:solidFill>
              <a:latin typeface="Times New Roman" pitchFamily="18" charset="0"/>
            </a:endParaRPr>
          </a:p>
        </p:txBody>
      </p:sp>
      <p:sp>
        <p:nvSpPr>
          <p:cNvPr id="2055" name="Rectangle 18"/>
          <p:cNvSpPr>
            <a:spLocks noChangeArrowheads="1"/>
          </p:cNvSpPr>
          <p:nvPr userDrawn="1"/>
        </p:nvSpPr>
        <p:spPr bwMode="auto">
          <a:xfrm>
            <a:off x="0" y="4114800"/>
            <a:ext cx="228600" cy="1371600"/>
          </a:xfrm>
          <a:prstGeom prst="rect">
            <a:avLst/>
          </a:prstGeom>
          <a:solidFill>
            <a:srgbClr val="996633"/>
          </a:solidFill>
          <a:ln w="9525">
            <a:noFill/>
            <a:miter lim="800000"/>
            <a:headEnd/>
            <a:tailEnd/>
          </a:ln>
        </p:spPr>
        <p:txBody>
          <a:bodyPr wrap="none" anchor="ctr"/>
          <a:lstStyle/>
          <a:p>
            <a:pPr algn="ctr" eaLnBrk="1" hangingPunct="1">
              <a:defRPr/>
            </a:pPr>
            <a:endParaRPr lang="vi-VN">
              <a:solidFill>
                <a:srgbClr val="000000"/>
              </a:solidFill>
              <a:latin typeface="Times New Roman" pitchFamily="18" charset="0"/>
            </a:endParaRPr>
          </a:p>
        </p:txBody>
      </p:sp>
      <p:sp>
        <p:nvSpPr>
          <p:cNvPr id="2056" name="Rectangle 19"/>
          <p:cNvSpPr>
            <a:spLocks noChangeArrowheads="1"/>
          </p:cNvSpPr>
          <p:nvPr userDrawn="1"/>
        </p:nvSpPr>
        <p:spPr bwMode="auto">
          <a:xfrm>
            <a:off x="0" y="2743200"/>
            <a:ext cx="228600" cy="1371600"/>
          </a:xfrm>
          <a:prstGeom prst="rect">
            <a:avLst/>
          </a:prstGeom>
          <a:solidFill>
            <a:srgbClr val="009999"/>
          </a:solidFill>
          <a:ln w="9525">
            <a:noFill/>
            <a:miter lim="800000"/>
            <a:headEnd/>
            <a:tailEnd/>
          </a:ln>
        </p:spPr>
        <p:txBody>
          <a:bodyPr wrap="none" anchor="ctr"/>
          <a:lstStyle/>
          <a:p>
            <a:pPr algn="ctr" eaLnBrk="1" hangingPunct="1">
              <a:defRPr/>
            </a:pPr>
            <a:endParaRPr lang="vi-VN">
              <a:solidFill>
                <a:srgbClr val="000000"/>
              </a:solidFill>
              <a:latin typeface="Times New Roman" pitchFamily="18" charset="0"/>
            </a:endParaRPr>
          </a:p>
        </p:txBody>
      </p:sp>
      <p:sp>
        <p:nvSpPr>
          <p:cNvPr id="2057" name="Rectangle 20"/>
          <p:cNvSpPr>
            <a:spLocks noChangeArrowheads="1"/>
          </p:cNvSpPr>
          <p:nvPr userDrawn="1"/>
        </p:nvSpPr>
        <p:spPr bwMode="auto">
          <a:xfrm>
            <a:off x="0" y="1371600"/>
            <a:ext cx="228600" cy="1371600"/>
          </a:xfrm>
          <a:prstGeom prst="rect">
            <a:avLst/>
          </a:prstGeom>
          <a:solidFill>
            <a:srgbClr val="CC0066"/>
          </a:solidFill>
          <a:ln w="9525">
            <a:noFill/>
            <a:miter lim="800000"/>
            <a:headEnd/>
            <a:tailEnd/>
          </a:ln>
        </p:spPr>
        <p:txBody>
          <a:bodyPr wrap="none" anchor="ctr"/>
          <a:lstStyle/>
          <a:p>
            <a:pPr algn="ctr" eaLnBrk="1" hangingPunct="1">
              <a:defRPr/>
            </a:pPr>
            <a:endParaRPr lang="vi-VN">
              <a:solidFill>
                <a:srgbClr val="000000"/>
              </a:solidFill>
              <a:latin typeface="Times New Roman" pitchFamily="18" charset="0"/>
            </a:endParaRPr>
          </a:p>
        </p:txBody>
      </p:sp>
      <p:sp>
        <p:nvSpPr>
          <p:cNvPr id="2058" name="Rectangle 21"/>
          <p:cNvSpPr>
            <a:spLocks noChangeArrowheads="1"/>
          </p:cNvSpPr>
          <p:nvPr userDrawn="1"/>
        </p:nvSpPr>
        <p:spPr bwMode="auto">
          <a:xfrm>
            <a:off x="0" y="0"/>
            <a:ext cx="228600" cy="1371600"/>
          </a:xfrm>
          <a:prstGeom prst="rect">
            <a:avLst/>
          </a:prstGeom>
          <a:solidFill>
            <a:srgbClr val="808000"/>
          </a:solidFill>
          <a:ln w="9525">
            <a:noFill/>
            <a:miter lim="800000"/>
            <a:headEnd/>
            <a:tailEnd/>
          </a:ln>
        </p:spPr>
        <p:txBody>
          <a:bodyPr wrap="none" anchor="ctr"/>
          <a:lstStyle/>
          <a:p>
            <a:pPr algn="ctr" eaLnBrk="1" hangingPunct="1">
              <a:defRPr/>
            </a:pPr>
            <a:endParaRPr lang="vi-VN">
              <a:solidFill>
                <a:srgbClr val="000000"/>
              </a:solidFill>
              <a:latin typeface="Times New Roman" pitchFamily="18" charset="0"/>
            </a:endParaRPr>
          </a:p>
        </p:txBody>
      </p:sp>
      <p:sp>
        <p:nvSpPr>
          <p:cNvPr id="20" name="Rectangle 5"/>
          <p:cNvSpPr>
            <a:spLocks noGrp="1" noChangeArrowheads="1"/>
          </p:cNvSpPr>
          <p:nvPr>
            <p:ph type="ftr" sz="quarter" idx="3"/>
          </p:nvPr>
        </p:nvSpPr>
        <p:spPr bwMode="auto">
          <a:xfrm>
            <a:off x="457200" y="6400800"/>
            <a:ext cx="55626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eaLnBrk="1" hangingPunct="1">
              <a:defRPr sz="1000">
                <a:solidFill>
                  <a:srgbClr val="000000"/>
                </a:solidFill>
                <a:latin typeface="Verdana" pitchFamily="34" charset="0"/>
              </a:defRPr>
            </a:lvl1pPr>
          </a:lstStyle>
          <a:p>
            <a:pPr>
              <a:defRPr/>
            </a:pPr>
            <a:r>
              <a:rPr lang="en-US"/>
              <a:t>Copyright © 2011 Pearson Education, Inc. publishing as Prentice Hall</a:t>
            </a:r>
          </a:p>
          <a:p>
            <a:pPr>
              <a:defRPr/>
            </a:pPr>
            <a:endParaRPr lang="en-US"/>
          </a:p>
        </p:txBody>
      </p:sp>
    </p:spTree>
  </p:cSld>
  <p:clrMap bg1="lt1" tx1="dk1" bg2="lt2" tx2="dk2" accent1="accent1" accent2="accent2" accent3="accent3" accent4="accent4" accent5="accent5" accent6="accent6" hlink="hlink" folHlink="folHlink"/>
  <p:sldLayoutIdLst>
    <p:sldLayoutId id="2147483958" r:id="rId1"/>
    <p:sldLayoutId id="2147483959" r:id="rId2"/>
    <p:sldLayoutId id="2147483960" r:id="rId3"/>
    <p:sldLayoutId id="2147483961" r:id="rId4"/>
    <p:sldLayoutId id="2147483962" r:id="rId5"/>
    <p:sldLayoutId id="2147483963" r:id="rId6"/>
    <p:sldLayoutId id="2147483964" r:id="rId7"/>
    <p:sldLayoutId id="2147483965" r:id="rId8"/>
    <p:sldLayoutId id="2147483966" r:id="rId9"/>
    <p:sldLayoutId id="2147483967" r:id="rId10"/>
    <p:sldLayoutId id="2147483968" r:id="rId11"/>
  </p:sldLayoutIdLst>
  <p:transition>
    <p:fade/>
  </p:transition>
  <p:hf hdr="0"/>
  <p:txStyles>
    <p:titleStyle>
      <a:lvl1pPr algn="l" rtl="0" eaLnBrk="0" fontAlgn="base" hangingPunct="0">
        <a:spcBef>
          <a:spcPct val="0"/>
        </a:spcBef>
        <a:spcAft>
          <a:spcPct val="0"/>
        </a:spcAft>
        <a:defRPr sz="3200" b="1">
          <a:solidFill>
            <a:srgbClr val="CC0066"/>
          </a:solidFill>
          <a:latin typeface="+mj-lt"/>
          <a:ea typeface="+mj-ea"/>
          <a:cs typeface="+mj-cs"/>
        </a:defRPr>
      </a:lvl1pPr>
      <a:lvl2pPr algn="l" rtl="0" eaLnBrk="0" fontAlgn="base" hangingPunct="0">
        <a:spcBef>
          <a:spcPct val="0"/>
        </a:spcBef>
        <a:spcAft>
          <a:spcPct val="0"/>
        </a:spcAft>
        <a:defRPr sz="3200" b="1">
          <a:solidFill>
            <a:srgbClr val="CC0066"/>
          </a:solidFill>
          <a:latin typeface="Arial" charset="0"/>
        </a:defRPr>
      </a:lvl2pPr>
      <a:lvl3pPr algn="l" rtl="0" eaLnBrk="0" fontAlgn="base" hangingPunct="0">
        <a:spcBef>
          <a:spcPct val="0"/>
        </a:spcBef>
        <a:spcAft>
          <a:spcPct val="0"/>
        </a:spcAft>
        <a:defRPr sz="3200" b="1">
          <a:solidFill>
            <a:srgbClr val="CC0066"/>
          </a:solidFill>
          <a:latin typeface="Arial" charset="0"/>
        </a:defRPr>
      </a:lvl3pPr>
      <a:lvl4pPr algn="l" rtl="0" eaLnBrk="0" fontAlgn="base" hangingPunct="0">
        <a:spcBef>
          <a:spcPct val="0"/>
        </a:spcBef>
        <a:spcAft>
          <a:spcPct val="0"/>
        </a:spcAft>
        <a:defRPr sz="3200" b="1">
          <a:solidFill>
            <a:srgbClr val="CC0066"/>
          </a:solidFill>
          <a:latin typeface="Arial" charset="0"/>
        </a:defRPr>
      </a:lvl4pPr>
      <a:lvl5pPr algn="l" rtl="0" eaLnBrk="0" fontAlgn="base" hangingPunct="0">
        <a:spcBef>
          <a:spcPct val="0"/>
        </a:spcBef>
        <a:spcAft>
          <a:spcPct val="0"/>
        </a:spcAft>
        <a:defRPr sz="3200" b="1">
          <a:solidFill>
            <a:srgbClr val="CC0066"/>
          </a:solidFill>
          <a:latin typeface="Arial" charset="0"/>
        </a:defRPr>
      </a:lvl5pPr>
      <a:lvl6pPr marL="457200" algn="l" rtl="0" fontAlgn="base">
        <a:spcBef>
          <a:spcPct val="0"/>
        </a:spcBef>
        <a:spcAft>
          <a:spcPct val="0"/>
        </a:spcAft>
        <a:defRPr sz="3200" b="1">
          <a:solidFill>
            <a:srgbClr val="CC0066"/>
          </a:solidFill>
          <a:latin typeface="Arial" charset="0"/>
        </a:defRPr>
      </a:lvl6pPr>
      <a:lvl7pPr marL="914400" algn="l" rtl="0" fontAlgn="base">
        <a:spcBef>
          <a:spcPct val="0"/>
        </a:spcBef>
        <a:spcAft>
          <a:spcPct val="0"/>
        </a:spcAft>
        <a:defRPr sz="3200" b="1">
          <a:solidFill>
            <a:srgbClr val="CC0066"/>
          </a:solidFill>
          <a:latin typeface="Arial" charset="0"/>
        </a:defRPr>
      </a:lvl7pPr>
      <a:lvl8pPr marL="1371600" algn="l" rtl="0" fontAlgn="base">
        <a:spcBef>
          <a:spcPct val="0"/>
        </a:spcBef>
        <a:spcAft>
          <a:spcPct val="0"/>
        </a:spcAft>
        <a:defRPr sz="3200" b="1">
          <a:solidFill>
            <a:srgbClr val="CC0066"/>
          </a:solidFill>
          <a:latin typeface="Arial" charset="0"/>
        </a:defRPr>
      </a:lvl8pPr>
      <a:lvl9pPr marL="1828800" algn="l" rtl="0" fontAlgn="base">
        <a:spcBef>
          <a:spcPct val="0"/>
        </a:spcBef>
        <a:spcAft>
          <a:spcPct val="0"/>
        </a:spcAft>
        <a:defRPr sz="3200" b="1">
          <a:solidFill>
            <a:srgbClr val="CC0066"/>
          </a:solidFill>
          <a:latin typeface="Arial" charset="0"/>
        </a:defRPr>
      </a:lvl9pPr>
    </p:titleStyle>
    <p:bodyStyle>
      <a:lvl1pPr marL="342900" indent="-342900" algn="l" rtl="0" eaLnBrk="0" fontAlgn="base" hangingPunct="0">
        <a:spcBef>
          <a:spcPct val="40000"/>
        </a:spcBef>
        <a:spcAft>
          <a:spcPct val="0"/>
        </a:spcAft>
        <a:buClr>
          <a:schemeClr val="folHlink"/>
        </a:buClr>
        <a:buSzPct val="120000"/>
        <a:buChar char="•"/>
        <a:defRPr sz="2400" b="1">
          <a:solidFill>
            <a:srgbClr val="000066"/>
          </a:solidFill>
          <a:latin typeface="+mn-lt"/>
          <a:ea typeface="+mn-ea"/>
          <a:cs typeface="+mn-cs"/>
        </a:defRPr>
      </a:lvl1pPr>
      <a:lvl2pPr marL="742950" indent="-285750" algn="l" rtl="0" eaLnBrk="0" fontAlgn="base" hangingPunct="0">
        <a:spcBef>
          <a:spcPct val="20000"/>
        </a:spcBef>
        <a:spcAft>
          <a:spcPct val="0"/>
        </a:spcAft>
        <a:buClr>
          <a:schemeClr val="folHlink"/>
        </a:buClr>
        <a:buSzPct val="120000"/>
        <a:buChar char="•"/>
        <a:defRPr sz="2400" b="1">
          <a:solidFill>
            <a:srgbClr val="000066"/>
          </a:solidFill>
          <a:latin typeface="+mn-lt"/>
        </a:defRPr>
      </a:lvl2pPr>
      <a:lvl3pPr marL="1143000" indent="-228600" algn="l" rtl="0" eaLnBrk="0" fontAlgn="base" hangingPunct="0">
        <a:spcBef>
          <a:spcPct val="20000"/>
        </a:spcBef>
        <a:spcAft>
          <a:spcPct val="0"/>
        </a:spcAft>
        <a:buClr>
          <a:schemeClr val="folHlink"/>
        </a:buClr>
        <a:buSzPct val="120000"/>
        <a:buChar char="•"/>
        <a:defRPr sz="2400" b="1">
          <a:solidFill>
            <a:srgbClr val="000066"/>
          </a:solidFill>
          <a:latin typeface="+mn-lt"/>
        </a:defRPr>
      </a:lvl3pPr>
      <a:lvl4pPr marL="1600200" indent="-228600" algn="l" rtl="0" eaLnBrk="0" fontAlgn="base" hangingPunct="0">
        <a:spcBef>
          <a:spcPct val="20000"/>
        </a:spcBef>
        <a:spcAft>
          <a:spcPct val="0"/>
        </a:spcAft>
        <a:buClr>
          <a:schemeClr val="folHlink"/>
        </a:buClr>
        <a:buSzPct val="120000"/>
        <a:buChar char="•"/>
        <a:defRPr sz="2400" b="1">
          <a:solidFill>
            <a:srgbClr val="000066"/>
          </a:solidFill>
          <a:latin typeface="+mn-lt"/>
        </a:defRPr>
      </a:lvl4pPr>
      <a:lvl5pPr marL="2057400" indent="-228600" algn="l" rtl="0" eaLnBrk="0" fontAlgn="base" hangingPunct="0">
        <a:spcBef>
          <a:spcPct val="20000"/>
        </a:spcBef>
        <a:spcAft>
          <a:spcPct val="0"/>
        </a:spcAft>
        <a:buClr>
          <a:schemeClr val="folHlink"/>
        </a:buClr>
        <a:buSzPct val="120000"/>
        <a:buChar char="•"/>
        <a:defRPr sz="2400" b="1">
          <a:solidFill>
            <a:srgbClr val="000066"/>
          </a:solidFill>
          <a:latin typeface="+mn-lt"/>
        </a:defRPr>
      </a:lvl5pPr>
      <a:lvl6pPr marL="2514600" indent="-228600" algn="l" rtl="0" fontAlgn="base">
        <a:spcBef>
          <a:spcPct val="20000"/>
        </a:spcBef>
        <a:spcAft>
          <a:spcPct val="0"/>
        </a:spcAft>
        <a:buClr>
          <a:schemeClr val="folHlink"/>
        </a:buClr>
        <a:buSzPct val="120000"/>
        <a:buChar char="•"/>
        <a:defRPr sz="2400" b="1">
          <a:solidFill>
            <a:srgbClr val="000066"/>
          </a:solidFill>
          <a:latin typeface="+mn-lt"/>
        </a:defRPr>
      </a:lvl6pPr>
      <a:lvl7pPr marL="2971800" indent="-228600" algn="l" rtl="0" fontAlgn="base">
        <a:spcBef>
          <a:spcPct val="20000"/>
        </a:spcBef>
        <a:spcAft>
          <a:spcPct val="0"/>
        </a:spcAft>
        <a:buClr>
          <a:schemeClr val="folHlink"/>
        </a:buClr>
        <a:buSzPct val="120000"/>
        <a:buChar char="•"/>
        <a:defRPr sz="2400" b="1">
          <a:solidFill>
            <a:srgbClr val="000066"/>
          </a:solidFill>
          <a:latin typeface="+mn-lt"/>
        </a:defRPr>
      </a:lvl7pPr>
      <a:lvl8pPr marL="3429000" indent="-228600" algn="l" rtl="0" fontAlgn="base">
        <a:spcBef>
          <a:spcPct val="20000"/>
        </a:spcBef>
        <a:spcAft>
          <a:spcPct val="0"/>
        </a:spcAft>
        <a:buClr>
          <a:schemeClr val="folHlink"/>
        </a:buClr>
        <a:buSzPct val="120000"/>
        <a:buChar char="•"/>
        <a:defRPr sz="2400" b="1">
          <a:solidFill>
            <a:srgbClr val="000066"/>
          </a:solidFill>
          <a:latin typeface="+mn-lt"/>
        </a:defRPr>
      </a:lvl8pPr>
      <a:lvl9pPr marL="3886200" indent="-228600" algn="l" rtl="0" fontAlgn="base">
        <a:spcBef>
          <a:spcPct val="20000"/>
        </a:spcBef>
        <a:spcAft>
          <a:spcPct val="0"/>
        </a:spcAft>
        <a:buClr>
          <a:schemeClr val="folHlink"/>
        </a:buClr>
        <a:buSzPct val="120000"/>
        <a:buChar char="•"/>
        <a:defRPr sz="2400" b="1">
          <a:solidFill>
            <a:srgbClr val="000066"/>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hyperlink" Target="../../../../../Program%20Files/TurningPoint/2003/Questions.html"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Text Box 32"/>
          <p:cNvSpPr txBox="1">
            <a:spLocks noChangeArrowheads="1"/>
          </p:cNvSpPr>
          <p:nvPr/>
        </p:nvSpPr>
        <p:spPr bwMode="auto">
          <a:xfrm>
            <a:off x="5895975" y="2211388"/>
            <a:ext cx="2741613" cy="1755775"/>
          </a:xfrm>
          <a:prstGeom prst="rect">
            <a:avLst/>
          </a:prstGeom>
          <a:noFill/>
          <a:ln w="9525">
            <a:noFill/>
            <a:miter lim="800000"/>
            <a:headEnd/>
            <a:tailEnd/>
          </a:ln>
        </p:spPr>
        <p:txBody>
          <a:bodyPr/>
          <a:lstStyle/>
          <a:p>
            <a:pPr algn="ctr">
              <a:spcBef>
                <a:spcPct val="50000"/>
              </a:spcBef>
            </a:pPr>
            <a:r>
              <a:rPr lang="en-US" sz="2800" b="1">
                <a:solidFill>
                  <a:schemeClr val="bg1"/>
                </a:solidFill>
              </a:rPr>
              <a:t>Chapter 3</a:t>
            </a:r>
          </a:p>
          <a:p>
            <a:pPr algn="ctr">
              <a:spcBef>
                <a:spcPct val="50000"/>
              </a:spcBef>
            </a:pPr>
            <a:r>
              <a:rPr lang="en-US" sz="2800" b="1">
                <a:solidFill>
                  <a:schemeClr val="bg1"/>
                </a:solidFill>
              </a:rPr>
              <a:t>The Cultural </a:t>
            </a:r>
            <a:br>
              <a:rPr lang="en-US" sz="2800" b="1">
                <a:solidFill>
                  <a:schemeClr val="bg1"/>
                </a:solidFill>
              </a:rPr>
            </a:br>
            <a:r>
              <a:rPr lang="en-US" sz="2800" b="1">
                <a:solidFill>
                  <a:schemeClr val="bg1"/>
                </a:solidFill>
              </a:rPr>
              <a:t>Environment</a:t>
            </a:r>
          </a:p>
        </p:txBody>
      </p:sp>
      <p:sp>
        <p:nvSpPr>
          <p:cNvPr id="13315" name="FlagCount" hidden="1">
            <a:hlinkClick r:id="rId4"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rPr>
              <a:t>0</a:t>
            </a:r>
          </a:p>
        </p:txBody>
      </p:sp>
      <p:sp>
        <p:nvSpPr>
          <p:cNvPr id="13316" name="Title 3"/>
          <p:cNvSpPr>
            <a:spLocks noGrp="1"/>
          </p:cNvSpPr>
          <p:nvPr>
            <p:ph type="ctrTitle"/>
          </p:nvPr>
        </p:nvSpPr>
        <p:spPr/>
        <p:txBody>
          <a:bodyPr/>
          <a:lstStyle/>
          <a:p>
            <a:r>
              <a:rPr lang="vi-VN"/>
              <a:t>INTRODUCTION TO MARKETING</a:t>
            </a:r>
            <a:endParaRPr lang="en-US"/>
          </a:p>
        </p:txBody>
      </p:sp>
      <p:sp>
        <p:nvSpPr>
          <p:cNvPr id="13317" name="Subtitle 4"/>
          <p:cNvSpPr>
            <a:spLocks noGrp="1"/>
          </p:cNvSpPr>
          <p:nvPr>
            <p:ph type="subTitle" idx="1"/>
          </p:nvPr>
        </p:nvSpPr>
        <p:spPr/>
        <p:txBody>
          <a:bodyPr/>
          <a:lstStyle/>
          <a:p>
            <a:r>
              <a:rPr lang="vi-VN"/>
              <a:t>NGUYEN THI PHUONG</a:t>
            </a:r>
            <a:r>
              <a:rPr lang="en-US"/>
              <a:t>*</a:t>
            </a:r>
          </a:p>
          <a:p>
            <a:r>
              <a:rPr lang="en-US"/>
              <a:t>THANG LONG UNIVERSITY</a:t>
            </a:r>
          </a:p>
        </p:txBody>
      </p:sp>
      <p:sp>
        <p:nvSpPr>
          <p:cNvPr id="7" name="Rectangle 6"/>
          <p:cNvSpPr/>
          <p:nvPr/>
        </p:nvSpPr>
        <p:spPr bwMode="auto">
          <a:xfrm>
            <a:off x="5029200" y="6119813"/>
            <a:ext cx="4114800" cy="738187"/>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tIns="228600" bIns="228600">
            <a:spAutoFit/>
          </a:bodyPr>
          <a:lstStyle/>
          <a:p>
            <a:pPr eaLnBrk="1" hangingPunct="1">
              <a:defRPr/>
            </a:pPr>
            <a:r>
              <a:rPr lang="en-US" sz="1800" dirty="0">
                <a:solidFill>
                  <a:schemeClr val="tx1"/>
                </a:solidFill>
              </a:rPr>
              <a:t>*</a:t>
            </a:r>
            <a:r>
              <a:rPr lang="en-US" sz="1400" dirty="0">
                <a:solidFill>
                  <a:schemeClr val="tx1"/>
                </a:solidFill>
              </a:rPr>
              <a:t>MA in Global Marketing, PHD in Economics</a:t>
            </a:r>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vi-VN"/>
              <a:t>SESSION 2: Marketing strategy</a:t>
            </a:r>
            <a:endParaRPr lang="en-US"/>
          </a:p>
        </p:txBody>
      </p:sp>
      <p:graphicFrame>
        <p:nvGraphicFramePr>
          <p:cNvPr id="6" name="Content Placeholder 5"/>
          <p:cNvGraphicFramePr>
            <a:graphicFrameLocks noGrp="1"/>
          </p:cNvGraphicFramePr>
          <p:nvPr>
            <p:ph idx="1"/>
          </p:nvPr>
        </p:nvGraphicFramePr>
        <p:xfrm>
          <a:off x="457200" y="1371600"/>
          <a:ext cx="8229600" cy="4759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340" name="Slide Number Placeholder 3"/>
          <p:cNvSpPr>
            <a:spLocks noGrp="1"/>
          </p:cNvSpPr>
          <p:nvPr>
            <p:ph type="sldNum" sz="quarter" idx="10"/>
          </p:nvPr>
        </p:nvSpPr>
        <p:spPr>
          <a:noFill/>
        </p:spPr>
        <p:txBody>
          <a:bodyPr/>
          <a:lstStyle/>
          <a:p>
            <a:r>
              <a:rPr lang="en-US"/>
              <a:t>15-</a:t>
            </a:r>
            <a:fld id="{6202F5E9-7EDA-43E5-B7AE-7BEE1E6100AD}" type="slidenum">
              <a:rPr lang="en-US" smtClean="0"/>
              <a:pPr/>
              <a:t>2</a:t>
            </a:fld>
            <a:endParaRPr lang="en-US"/>
          </a:p>
        </p:txBody>
      </p:sp>
      <p:sp>
        <p:nvSpPr>
          <p:cNvPr id="14341" name="Footer Placeholder 4"/>
          <p:cNvSpPr>
            <a:spLocks noGrp="1"/>
          </p:cNvSpPr>
          <p:nvPr>
            <p:ph type="ftr" sz="quarter" idx="11"/>
          </p:nvPr>
        </p:nvSpPr>
        <p:spPr>
          <a:noFill/>
        </p:spPr>
        <p:txBody>
          <a:bodyPr/>
          <a:lstStyle/>
          <a:p>
            <a:r>
              <a:rPr lang="en-US"/>
              <a:t>Copyright © 2011 Pearson Education</a:t>
            </a:r>
          </a:p>
          <a:p>
            <a:endParaRPr lang="en-US"/>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vi-VN"/>
              <a:t>M</a:t>
            </a:r>
            <a:r>
              <a:rPr lang="en-US"/>
              <a:t>arketing management process</a:t>
            </a:r>
          </a:p>
        </p:txBody>
      </p:sp>
      <p:sp>
        <p:nvSpPr>
          <p:cNvPr id="15363" name="Content Placeholder 2"/>
          <p:cNvSpPr>
            <a:spLocks noGrp="1"/>
          </p:cNvSpPr>
          <p:nvPr>
            <p:ph idx="1"/>
          </p:nvPr>
        </p:nvSpPr>
        <p:spPr/>
        <p:txBody>
          <a:bodyPr/>
          <a:lstStyle/>
          <a:p>
            <a:pPr algn="just"/>
            <a:r>
              <a:rPr lang="en-US" b="0"/>
              <a:t>The </a:t>
            </a:r>
            <a:r>
              <a:rPr lang="en-US"/>
              <a:t>marketing management process</a:t>
            </a:r>
            <a:r>
              <a:rPr lang="vi-VN" b="0"/>
              <a:t>:</a:t>
            </a:r>
            <a:r>
              <a:rPr lang="en-US" b="0"/>
              <a:t> is the process of (i) planning marketing activities</a:t>
            </a:r>
            <a:r>
              <a:rPr lang="vi-VN" b="0"/>
              <a:t> </a:t>
            </a:r>
            <a:r>
              <a:rPr lang="vi-VN"/>
              <a:t>(marketing planning)</a:t>
            </a:r>
            <a:r>
              <a:rPr lang="en-US" b="0"/>
              <a:t>, (ii) directing the implementation of the plans and (iii) controlling these plans.</a:t>
            </a:r>
            <a:endParaRPr lang="vi-VN" b="0"/>
          </a:p>
          <a:p>
            <a:pPr algn="just"/>
            <a:r>
              <a:rPr lang="en-US"/>
              <a:t>strategic (management) planning</a:t>
            </a:r>
            <a:r>
              <a:rPr lang="vi-VN" b="0"/>
              <a:t>: </a:t>
            </a:r>
            <a:r>
              <a:rPr lang="en-US" b="0"/>
              <a:t>the job of planning strategy to guide a whole company</a:t>
            </a:r>
            <a:r>
              <a:rPr lang="vi-VN" b="0"/>
              <a:t>. </a:t>
            </a:r>
            <a:r>
              <a:rPr lang="en-US" b="0"/>
              <a:t>It includes planning not only for marketing but also for production, finance, human resources and other areas</a:t>
            </a:r>
          </a:p>
        </p:txBody>
      </p:sp>
      <p:sp>
        <p:nvSpPr>
          <p:cNvPr id="15364" name="Slide Number Placeholder 3"/>
          <p:cNvSpPr>
            <a:spLocks noGrp="1"/>
          </p:cNvSpPr>
          <p:nvPr>
            <p:ph type="sldNum" sz="quarter" idx="10"/>
          </p:nvPr>
        </p:nvSpPr>
        <p:spPr>
          <a:noFill/>
        </p:spPr>
        <p:txBody>
          <a:bodyPr/>
          <a:lstStyle/>
          <a:p>
            <a:r>
              <a:rPr lang="en-US"/>
              <a:t>15-</a:t>
            </a:r>
            <a:fld id="{84C0B77F-783E-42BA-AA04-D027BBAF645A}" type="slidenum">
              <a:rPr lang="en-US" smtClean="0"/>
              <a:pPr/>
              <a:t>3</a:t>
            </a:fld>
            <a:endParaRPr lang="en-US"/>
          </a:p>
        </p:txBody>
      </p:sp>
      <p:sp>
        <p:nvSpPr>
          <p:cNvPr id="15365" name="Footer Placeholder 4"/>
          <p:cNvSpPr>
            <a:spLocks noGrp="1"/>
          </p:cNvSpPr>
          <p:nvPr>
            <p:ph type="ftr" sz="quarter" idx="11"/>
          </p:nvPr>
        </p:nvSpPr>
        <p:spPr>
          <a:noFill/>
        </p:spPr>
        <p:txBody>
          <a:bodyPr/>
          <a:lstStyle/>
          <a:p>
            <a:r>
              <a:rPr lang="en-US"/>
              <a:t>Copyright © 2011 Pearson Education</a:t>
            </a:r>
          </a:p>
          <a:p>
            <a:endParaRPr lang="en-US"/>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vi-VN"/>
              <a:t>M</a:t>
            </a:r>
            <a:r>
              <a:rPr lang="en-US"/>
              <a:t>arketing management process</a:t>
            </a:r>
            <a:br>
              <a:rPr lang="en-US"/>
            </a:br>
            <a:endParaRPr lang="en-US"/>
          </a:p>
        </p:txBody>
      </p:sp>
      <p:graphicFrame>
        <p:nvGraphicFramePr>
          <p:cNvPr id="9" name="Content Placeholder 8"/>
          <p:cNvGraphicFramePr>
            <a:graphicFrameLocks noGrp="1"/>
          </p:cNvGraphicFramePr>
          <p:nvPr>
            <p:ph idx="1"/>
          </p:nvPr>
        </p:nvGraphicFramePr>
        <p:xfrm>
          <a:off x="457200" y="1371600"/>
          <a:ext cx="8229600" cy="4759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388" name="Slide Number Placeholder 3"/>
          <p:cNvSpPr>
            <a:spLocks noGrp="1"/>
          </p:cNvSpPr>
          <p:nvPr>
            <p:ph type="sldNum" sz="quarter" idx="10"/>
          </p:nvPr>
        </p:nvSpPr>
        <p:spPr>
          <a:noFill/>
        </p:spPr>
        <p:txBody>
          <a:bodyPr/>
          <a:lstStyle/>
          <a:p>
            <a:r>
              <a:rPr lang="en-US"/>
              <a:t>15-</a:t>
            </a:r>
            <a:fld id="{63E74241-6605-470A-A067-E132AEA0040E}" type="slidenum">
              <a:rPr lang="en-US" smtClean="0"/>
              <a:pPr/>
              <a:t>4</a:t>
            </a:fld>
            <a:endParaRPr lang="en-US"/>
          </a:p>
        </p:txBody>
      </p:sp>
      <p:sp>
        <p:nvSpPr>
          <p:cNvPr id="16389" name="Footer Placeholder 4"/>
          <p:cNvSpPr>
            <a:spLocks noGrp="1"/>
          </p:cNvSpPr>
          <p:nvPr>
            <p:ph type="ftr" sz="quarter" idx="11"/>
          </p:nvPr>
        </p:nvSpPr>
        <p:spPr>
          <a:noFill/>
        </p:spPr>
        <p:txBody>
          <a:bodyPr/>
          <a:lstStyle/>
          <a:p>
            <a:r>
              <a:rPr lang="en-US"/>
              <a:t>Copyright © 2011 Pearson Education</a:t>
            </a:r>
          </a:p>
          <a:p>
            <a:endParaRPr lang="en-US"/>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endParaRPr lang="en-US"/>
          </a:p>
        </p:txBody>
      </p:sp>
      <p:sp>
        <p:nvSpPr>
          <p:cNvPr id="17411" name="Content Placeholder 2"/>
          <p:cNvSpPr>
            <a:spLocks noGrp="1"/>
          </p:cNvSpPr>
          <p:nvPr>
            <p:ph idx="1"/>
          </p:nvPr>
        </p:nvSpPr>
        <p:spPr/>
        <p:txBody>
          <a:bodyPr/>
          <a:lstStyle/>
          <a:p>
            <a:endParaRPr lang="en-US"/>
          </a:p>
        </p:txBody>
      </p:sp>
      <p:sp>
        <p:nvSpPr>
          <p:cNvPr id="17412" name="Slide Number Placeholder 3"/>
          <p:cNvSpPr>
            <a:spLocks noGrp="1"/>
          </p:cNvSpPr>
          <p:nvPr>
            <p:ph type="sldNum" sz="quarter" idx="10"/>
          </p:nvPr>
        </p:nvSpPr>
        <p:spPr>
          <a:noFill/>
        </p:spPr>
        <p:txBody>
          <a:bodyPr/>
          <a:lstStyle/>
          <a:p>
            <a:r>
              <a:rPr lang="en-US"/>
              <a:t>15-</a:t>
            </a:r>
            <a:fld id="{8D203698-51A0-4A37-9869-CB48F369EF15}" type="slidenum">
              <a:rPr lang="en-US" smtClean="0"/>
              <a:pPr/>
              <a:t>5</a:t>
            </a:fld>
            <a:endParaRPr lang="en-US"/>
          </a:p>
        </p:txBody>
      </p:sp>
      <p:sp>
        <p:nvSpPr>
          <p:cNvPr id="17413" name="Footer Placeholder 4"/>
          <p:cNvSpPr>
            <a:spLocks noGrp="1"/>
          </p:cNvSpPr>
          <p:nvPr>
            <p:ph type="ftr" sz="quarter" idx="11"/>
          </p:nvPr>
        </p:nvSpPr>
        <p:spPr>
          <a:noFill/>
        </p:spPr>
        <p:txBody>
          <a:bodyPr/>
          <a:lstStyle/>
          <a:p>
            <a:r>
              <a:rPr lang="en-US"/>
              <a:t>Copyright © 2011 Pearson Education</a:t>
            </a:r>
          </a:p>
          <a:p>
            <a:endParaRPr lang="en-US"/>
          </a:p>
        </p:txBody>
      </p:sp>
      <p:pic>
        <p:nvPicPr>
          <p:cNvPr id="17414" name="Picture 5" descr="Kết quả hình ảnh cho The marketing management process"/>
          <p:cNvPicPr>
            <a:picLocks noChangeAspect="1" noChangeArrowheads="1"/>
          </p:cNvPicPr>
          <p:nvPr/>
        </p:nvPicPr>
        <p:blipFill>
          <a:blip r:embed="rId2"/>
          <a:srcRect/>
          <a:stretch>
            <a:fillRect/>
          </a:stretch>
        </p:blipFill>
        <p:spPr bwMode="auto">
          <a:xfrm>
            <a:off x="838200" y="1295400"/>
            <a:ext cx="7620000" cy="4495800"/>
          </a:xfrm>
          <a:prstGeom prst="rect">
            <a:avLst/>
          </a:prstGeom>
          <a:noFill/>
          <a:ln w="9525">
            <a:noFill/>
            <a:miter lim="800000"/>
            <a:headEnd/>
            <a:tailEnd/>
          </a:ln>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vi-VN"/>
              <a:t>2.1</a:t>
            </a:r>
            <a:r>
              <a:rPr lang="en-US"/>
              <a:t> </a:t>
            </a:r>
            <a:r>
              <a:rPr lang="vi-VN"/>
              <a:t>M</a:t>
            </a:r>
            <a:r>
              <a:rPr lang="en-US"/>
              <a:t>arketing strategy planning and marketing strategy</a:t>
            </a:r>
            <a:r>
              <a:rPr lang="vi-VN"/>
              <a:t> </a:t>
            </a:r>
            <a:endParaRPr lang="en-US"/>
          </a:p>
        </p:txBody>
      </p:sp>
      <p:sp>
        <p:nvSpPr>
          <p:cNvPr id="18435" name="Content Placeholder 2"/>
          <p:cNvSpPr>
            <a:spLocks noGrp="1"/>
          </p:cNvSpPr>
          <p:nvPr>
            <p:ph idx="1"/>
          </p:nvPr>
        </p:nvSpPr>
        <p:spPr/>
        <p:txBody>
          <a:bodyPr/>
          <a:lstStyle/>
          <a:p>
            <a:pPr algn="just"/>
            <a:r>
              <a:rPr lang="en-US" sz="2400"/>
              <a:t>Marketing strategy planning</a:t>
            </a:r>
            <a:r>
              <a:rPr lang="vi-VN" sz="2400" b="0"/>
              <a:t>:</a:t>
            </a:r>
            <a:r>
              <a:rPr lang="en-US" sz="2400" b="0"/>
              <a:t> find</a:t>
            </a:r>
            <a:r>
              <a:rPr lang="vi-VN" sz="2400" b="0"/>
              <a:t>s</a:t>
            </a:r>
            <a:r>
              <a:rPr lang="en-US" sz="2400" b="0"/>
              <a:t> attractive opportunities and developing profitable marketing strategies</a:t>
            </a:r>
            <a:endParaRPr lang="vi-VN" sz="2400" b="0"/>
          </a:p>
          <a:p>
            <a:pPr algn="just"/>
            <a:r>
              <a:rPr lang="en-US" sz="2400"/>
              <a:t>Marketing strategy</a:t>
            </a:r>
            <a:r>
              <a:rPr lang="en-US" sz="2400" b="0"/>
              <a:t>: specifies a target market and a related marketing mix. It is a big picture of what a firm will do in some markets</a:t>
            </a:r>
            <a:endParaRPr lang="vi-VN" sz="2400" b="0"/>
          </a:p>
          <a:p>
            <a:pPr algn="just"/>
            <a:r>
              <a:rPr lang="en-US" sz="2400" b="0"/>
              <a:t>A target market: a fairly homogeneous group of customers to whom a company wishes to appeal</a:t>
            </a:r>
            <a:endParaRPr lang="vi-VN" sz="2400" b="0"/>
          </a:p>
          <a:p>
            <a:pPr algn="just"/>
            <a:r>
              <a:rPr lang="en-US" sz="2400" b="0"/>
              <a:t>A marketing mix: the controllable variables the company puts together to satisfy this target group</a:t>
            </a:r>
          </a:p>
          <a:p>
            <a:pPr lvl="1" algn="just"/>
            <a:endParaRPr lang="en-US" sz="2400" b="0"/>
          </a:p>
          <a:p>
            <a:pPr lvl="1" algn="just"/>
            <a:endParaRPr lang="en-US"/>
          </a:p>
          <a:p>
            <a:pPr algn="just"/>
            <a:endParaRPr lang="en-US" b="0"/>
          </a:p>
        </p:txBody>
      </p:sp>
      <p:sp>
        <p:nvSpPr>
          <p:cNvPr id="18436" name="Slide Number Placeholder 3"/>
          <p:cNvSpPr>
            <a:spLocks noGrp="1"/>
          </p:cNvSpPr>
          <p:nvPr>
            <p:ph type="sldNum" sz="quarter" idx="10"/>
          </p:nvPr>
        </p:nvSpPr>
        <p:spPr>
          <a:noFill/>
        </p:spPr>
        <p:txBody>
          <a:bodyPr/>
          <a:lstStyle/>
          <a:p>
            <a:r>
              <a:rPr lang="en-US"/>
              <a:t>15-</a:t>
            </a:r>
            <a:fld id="{0DABFE13-3E03-43CB-9FC0-522AE63A3F99}" type="slidenum">
              <a:rPr lang="en-US" smtClean="0"/>
              <a:pPr/>
              <a:t>6</a:t>
            </a:fld>
            <a:endParaRPr lang="en-US"/>
          </a:p>
        </p:txBody>
      </p:sp>
      <p:sp>
        <p:nvSpPr>
          <p:cNvPr id="18437" name="Footer Placeholder 4"/>
          <p:cNvSpPr>
            <a:spLocks noGrp="1"/>
          </p:cNvSpPr>
          <p:nvPr>
            <p:ph type="ftr" sz="quarter" idx="11"/>
          </p:nvPr>
        </p:nvSpPr>
        <p:spPr>
          <a:noFill/>
        </p:spPr>
        <p:txBody>
          <a:bodyPr/>
          <a:lstStyle/>
          <a:p>
            <a:r>
              <a:rPr lang="en-US"/>
              <a:t>Copyright © 2011 Pearson Education</a:t>
            </a:r>
          </a:p>
          <a:p>
            <a:endParaRPr lang="en-US"/>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t>2.2 Target marketing and marketing mix</a:t>
            </a:r>
            <a:br>
              <a:rPr lang="en-US"/>
            </a:br>
            <a:endParaRPr lang="en-US"/>
          </a:p>
        </p:txBody>
      </p:sp>
      <p:sp>
        <p:nvSpPr>
          <p:cNvPr id="19459" name="Content Placeholder 2"/>
          <p:cNvSpPr>
            <a:spLocks noGrp="1"/>
          </p:cNvSpPr>
          <p:nvPr>
            <p:ph idx="1"/>
          </p:nvPr>
        </p:nvSpPr>
        <p:spPr>
          <a:xfrm>
            <a:off x="457200" y="1066800"/>
            <a:ext cx="8229600" cy="5064125"/>
          </a:xfrm>
        </p:spPr>
        <p:txBody>
          <a:bodyPr/>
          <a:lstStyle/>
          <a:p>
            <a:pPr algn="just"/>
            <a:r>
              <a:rPr lang="en-US" dirty="0"/>
              <a:t>Target marketing</a:t>
            </a:r>
            <a:r>
              <a:rPr lang="vi-VN" dirty="0"/>
              <a:t> </a:t>
            </a:r>
            <a:r>
              <a:rPr lang="en-US" b="0" dirty="0"/>
              <a:t>is selecting a marketing strategy that specifies some particular target customers</a:t>
            </a:r>
            <a:endParaRPr lang="vi-VN" b="0" dirty="0"/>
          </a:p>
          <a:p>
            <a:pPr algn="just"/>
            <a:r>
              <a:rPr lang="en-US" b="0" dirty="0"/>
              <a:t>“target marketing” </a:t>
            </a:r>
            <a:r>
              <a:rPr lang="vi-VN" b="0" dirty="0"/>
              <a:t>is</a:t>
            </a:r>
            <a:r>
              <a:rPr lang="en-US" b="0" dirty="0"/>
              <a:t> “mass marketing”</a:t>
            </a:r>
            <a:r>
              <a:rPr lang="vi-VN" b="0" dirty="0"/>
              <a:t>?</a:t>
            </a:r>
          </a:p>
          <a:p>
            <a:pPr algn="just"/>
            <a:r>
              <a:rPr lang="vi-VN" dirty="0"/>
              <a:t>M</a:t>
            </a:r>
            <a:r>
              <a:rPr lang="en-US" dirty="0"/>
              <a:t>ass-marketing </a:t>
            </a:r>
            <a:r>
              <a:rPr lang="en-US" b="0" dirty="0"/>
              <a:t>is the typical production-oriented approach aims at every one with the same marketing mix.</a:t>
            </a:r>
            <a:r>
              <a:rPr lang="vi-VN" b="0" dirty="0"/>
              <a:t> </a:t>
            </a:r>
            <a:r>
              <a:rPr lang="en-US" b="0" dirty="0"/>
              <a:t>Mass marketing means trying to sell to everyone</a:t>
            </a:r>
          </a:p>
          <a:p>
            <a:pPr algn="just"/>
            <a:r>
              <a:rPr lang="en-US" b="0" dirty="0"/>
              <a:t>For ex: beauty products (foundation) for all skin types, carbonated beverage products (</a:t>
            </a:r>
            <a:r>
              <a:rPr lang="en-US" b="0" dirty="0" err="1"/>
              <a:t>Cococola</a:t>
            </a:r>
            <a:r>
              <a:rPr lang="en-US" b="0" dirty="0"/>
              <a:t>)</a:t>
            </a:r>
          </a:p>
        </p:txBody>
      </p:sp>
      <p:sp>
        <p:nvSpPr>
          <p:cNvPr id="19460" name="Slide Number Placeholder 3"/>
          <p:cNvSpPr>
            <a:spLocks noGrp="1"/>
          </p:cNvSpPr>
          <p:nvPr>
            <p:ph type="sldNum" sz="quarter" idx="10"/>
          </p:nvPr>
        </p:nvSpPr>
        <p:spPr>
          <a:noFill/>
        </p:spPr>
        <p:txBody>
          <a:bodyPr/>
          <a:lstStyle/>
          <a:p>
            <a:r>
              <a:rPr lang="en-US"/>
              <a:t>15-</a:t>
            </a:r>
            <a:fld id="{89BAF7B1-3C8A-4254-9FDD-A2D056E39934}" type="slidenum">
              <a:rPr lang="en-US" smtClean="0"/>
              <a:pPr/>
              <a:t>7</a:t>
            </a:fld>
            <a:endParaRPr lang="en-US"/>
          </a:p>
        </p:txBody>
      </p:sp>
      <p:sp>
        <p:nvSpPr>
          <p:cNvPr id="19461" name="Footer Placeholder 4"/>
          <p:cNvSpPr>
            <a:spLocks noGrp="1"/>
          </p:cNvSpPr>
          <p:nvPr>
            <p:ph type="ftr" sz="quarter" idx="11"/>
          </p:nvPr>
        </p:nvSpPr>
        <p:spPr>
          <a:noFill/>
        </p:spPr>
        <p:txBody>
          <a:bodyPr/>
          <a:lstStyle/>
          <a:p>
            <a:r>
              <a:rPr lang="en-US"/>
              <a:t>Copyright © 2011 Pearson Education</a:t>
            </a:r>
          </a:p>
          <a:p>
            <a:endParaRPr lang="en-US"/>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vi-VN"/>
              <a:t>Target marketing</a:t>
            </a:r>
            <a:endParaRPr lang="en-US"/>
          </a:p>
        </p:txBody>
      </p:sp>
      <p:sp>
        <p:nvSpPr>
          <p:cNvPr id="20483" name="Content Placeholder 2"/>
          <p:cNvSpPr>
            <a:spLocks noGrp="1"/>
          </p:cNvSpPr>
          <p:nvPr>
            <p:ph idx="1"/>
          </p:nvPr>
        </p:nvSpPr>
        <p:spPr/>
        <p:txBody>
          <a:bodyPr/>
          <a:lstStyle/>
          <a:p>
            <a:pPr algn="just"/>
            <a:r>
              <a:rPr lang="en-US" b="0"/>
              <a:t>Target marketing is not limited to small market segments</a:t>
            </a:r>
            <a:endParaRPr lang="vi-VN" b="0"/>
          </a:p>
          <a:p>
            <a:pPr algn="just"/>
            <a:r>
              <a:rPr lang="vi-VN" b="0"/>
              <a:t>For example: baby diapers and diapers for elderly people</a:t>
            </a:r>
          </a:p>
          <a:p>
            <a:pPr algn="just"/>
            <a:r>
              <a:rPr lang="en-US"/>
              <a:t>For children: Kimberly-Clark (Huggies) and P&amp;G (Pampers)</a:t>
            </a:r>
          </a:p>
          <a:p>
            <a:pPr algn="just"/>
            <a:r>
              <a:rPr lang="en-US"/>
              <a:t>For elderly people: Caryn</a:t>
            </a:r>
          </a:p>
          <a:p>
            <a:endParaRPr lang="en-US" b="0"/>
          </a:p>
        </p:txBody>
      </p:sp>
      <p:sp>
        <p:nvSpPr>
          <p:cNvPr id="20484" name="Slide Number Placeholder 3"/>
          <p:cNvSpPr>
            <a:spLocks noGrp="1"/>
          </p:cNvSpPr>
          <p:nvPr>
            <p:ph type="sldNum" sz="quarter" idx="10"/>
          </p:nvPr>
        </p:nvSpPr>
        <p:spPr>
          <a:noFill/>
        </p:spPr>
        <p:txBody>
          <a:bodyPr/>
          <a:lstStyle/>
          <a:p>
            <a:r>
              <a:rPr lang="en-US"/>
              <a:t>15-</a:t>
            </a:r>
            <a:fld id="{D80DCAAC-C9F1-4442-A99B-BFD95AD5632E}" type="slidenum">
              <a:rPr lang="en-US" smtClean="0"/>
              <a:pPr/>
              <a:t>8</a:t>
            </a:fld>
            <a:endParaRPr lang="en-US"/>
          </a:p>
        </p:txBody>
      </p:sp>
      <p:sp>
        <p:nvSpPr>
          <p:cNvPr id="20485" name="Footer Placeholder 4"/>
          <p:cNvSpPr>
            <a:spLocks noGrp="1"/>
          </p:cNvSpPr>
          <p:nvPr>
            <p:ph type="ftr" sz="quarter" idx="11"/>
          </p:nvPr>
        </p:nvSpPr>
        <p:spPr>
          <a:noFill/>
        </p:spPr>
        <p:txBody>
          <a:bodyPr/>
          <a:lstStyle/>
          <a:p>
            <a:r>
              <a:rPr lang="en-US"/>
              <a:t>Copyright © 2011 Pearson Education</a:t>
            </a:r>
          </a:p>
          <a:p>
            <a:endParaRPr lang="en-US"/>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vi-VN"/>
              <a:t>Marketing mix</a:t>
            </a:r>
            <a:endParaRPr lang="en-US"/>
          </a:p>
        </p:txBody>
      </p:sp>
      <p:sp>
        <p:nvSpPr>
          <p:cNvPr id="21507" name="Content Placeholder 2"/>
          <p:cNvSpPr>
            <a:spLocks noGrp="1"/>
          </p:cNvSpPr>
          <p:nvPr>
            <p:ph idx="1"/>
          </p:nvPr>
        </p:nvSpPr>
        <p:spPr/>
        <p:txBody>
          <a:bodyPr/>
          <a:lstStyle/>
          <a:p>
            <a:r>
              <a:rPr lang="en-US"/>
              <a:t>The customer should be the target of all marketing efforts. </a:t>
            </a:r>
          </a:p>
          <a:p>
            <a:endParaRPr lang="en-US"/>
          </a:p>
        </p:txBody>
      </p:sp>
      <p:sp>
        <p:nvSpPr>
          <p:cNvPr id="21508" name="Slide Number Placeholder 3"/>
          <p:cNvSpPr>
            <a:spLocks noGrp="1"/>
          </p:cNvSpPr>
          <p:nvPr>
            <p:ph type="sldNum" sz="quarter" idx="10"/>
          </p:nvPr>
        </p:nvSpPr>
        <p:spPr>
          <a:noFill/>
        </p:spPr>
        <p:txBody>
          <a:bodyPr/>
          <a:lstStyle/>
          <a:p>
            <a:r>
              <a:rPr lang="en-US"/>
              <a:t>15-</a:t>
            </a:r>
            <a:fld id="{8E896007-D07B-495C-9C6D-149B16DAB7D1}" type="slidenum">
              <a:rPr lang="en-US" smtClean="0"/>
              <a:pPr/>
              <a:t>9</a:t>
            </a:fld>
            <a:endParaRPr lang="en-US"/>
          </a:p>
        </p:txBody>
      </p:sp>
      <p:sp>
        <p:nvSpPr>
          <p:cNvPr id="21509" name="Footer Placeholder 4"/>
          <p:cNvSpPr>
            <a:spLocks noGrp="1"/>
          </p:cNvSpPr>
          <p:nvPr>
            <p:ph type="ftr" sz="quarter" idx="11"/>
          </p:nvPr>
        </p:nvSpPr>
        <p:spPr>
          <a:noFill/>
        </p:spPr>
        <p:txBody>
          <a:bodyPr/>
          <a:lstStyle/>
          <a:p>
            <a:r>
              <a:rPr lang="en-US"/>
              <a:t>Copyright © 2011 Pearson Education</a:t>
            </a:r>
          </a:p>
          <a:p>
            <a:endParaRPr lang="en-US"/>
          </a:p>
        </p:txBody>
      </p:sp>
      <p:pic>
        <p:nvPicPr>
          <p:cNvPr id="21510" name="Picture 5" descr="Kết quả hình ảnh cho Four Ps of a Marketing mix"/>
          <p:cNvPicPr>
            <a:picLocks noChangeAspect="1" noChangeArrowheads="1"/>
          </p:cNvPicPr>
          <p:nvPr/>
        </p:nvPicPr>
        <p:blipFill>
          <a:blip r:embed="rId2"/>
          <a:srcRect/>
          <a:stretch>
            <a:fillRect/>
          </a:stretch>
        </p:blipFill>
        <p:spPr bwMode="auto">
          <a:xfrm>
            <a:off x="1676400" y="2362200"/>
            <a:ext cx="6553200" cy="3629025"/>
          </a:xfrm>
          <a:prstGeom prst="rect">
            <a:avLst/>
          </a:prstGeom>
          <a:noFill/>
          <a:ln w="9525">
            <a:noFill/>
            <a:miter lim="800000"/>
            <a:headEnd/>
            <a:tailEnd/>
          </a:ln>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endParaRPr lang="en-US"/>
          </a:p>
        </p:txBody>
      </p:sp>
      <p:sp>
        <p:nvSpPr>
          <p:cNvPr id="22531" name="Content Placeholder 2"/>
          <p:cNvSpPr>
            <a:spLocks noGrp="1"/>
          </p:cNvSpPr>
          <p:nvPr>
            <p:ph idx="1"/>
          </p:nvPr>
        </p:nvSpPr>
        <p:spPr/>
        <p:txBody>
          <a:bodyPr/>
          <a:lstStyle/>
          <a:p>
            <a:pPr algn="just"/>
            <a:r>
              <a:rPr lang="en-US" dirty="0"/>
              <a:t>Product</a:t>
            </a:r>
            <a:r>
              <a:rPr lang="en-US" b="0" dirty="0"/>
              <a:t>: is concerned with developing the right product for the target market. Along with product area is other decisions like branding, packaging and warranties</a:t>
            </a:r>
            <a:endParaRPr lang="vi-VN" b="0" dirty="0"/>
          </a:p>
          <a:p>
            <a:pPr algn="just"/>
            <a:r>
              <a:rPr lang="en-US" dirty="0"/>
              <a:t>Place</a:t>
            </a:r>
            <a:r>
              <a:rPr lang="en-US" b="0" dirty="0"/>
              <a:t>: is concerned with all the decisions involved in getting the “right” product to the target market’s place. A product reaches customers through a channel of distribution</a:t>
            </a:r>
            <a:r>
              <a:rPr lang="vi-VN" b="0" dirty="0"/>
              <a:t> (online website, retailers and wholesalers)</a:t>
            </a:r>
            <a:endParaRPr lang="en-US" b="0" dirty="0"/>
          </a:p>
        </p:txBody>
      </p:sp>
      <p:sp>
        <p:nvSpPr>
          <p:cNvPr id="22532" name="Slide Number Placeholder 3"/>
          <p:cNvSpPr>
            <a:spLocks noGrp="1"/>
          </p:cNvSpPr>
          <p:nvPr>
            <p:ph type="sldNum" sz="quarter" idx="10"/>
          </p:nvPr>
        </p:nvSpPr>
        <p:spPr>
          <a:noFill/>
        </p:spPr>
        <p:txBody>
          <a:bodyPr/>
          <a:lstStyle/>
          <a:p>
            <a:r>
              <a:rPr lang="en-US"/>
              <a:t>15-</a:t>
            </a:r>
            <a:fld id="{F874EE9C-06ED-4A85-9B04-423F128C5DE4}" type="slidenum">
              <a:rPr lang="en-US" smtClean="0"/>
              <a:pPr/>
              <a:t>10</a:t>
            </a:fld>
            <a:endParaRPr lang="en-US"/>
          </a:p>
        </p:txBody>
      </p:sp>
      <p:sp>
        <p:nvSpPr>
          <p:cNvPr id="22533" name="Footer Placeholder 4"/>
          <p:cNvSpPr>
            <a:spLocks noGrp="1"/>
          </p:cNvSpPr>
          <p:nvPr>
            <p:ph type="ftr" sz="quarter" idx="11"/>
          </p:nvPr>
        </p:nvSpPr>
        <p:spPr>
          <a:noFill/>
        </p:spPr>
        <p:txBody>
          <a:bodyPr/>
          <a:lstStyle/>
          <a:p>
            <a:r>
              <a:rPr lang="en-US" dirty="0"/>
              <a:t>Copyright © 2011 Pearson Education</a:t>
            </a:r>
          </a:p>
          <a:p>
            <a:endParaRPr lang="en-US"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endParaRPr lang="en-US"/>
          </a:p>
        </p:txBody>
      </p:sp>
      <p:sp>
        <p:nvSpPr>
          <p:cNvPr id="23555" name="Content Placeholder 2"/>
          <p:cNvSpPr>
            <a:spLocks noGrp="1"/>
          </p:cNvSpPr>
          <p:nvPr>
            <p:ph idx="1"/>
          </p:nvPr>
        </p:nvSpPr>
        <p:spPr/>
        <p:txBody>
          <a:bodyPr/>
          <a:lstStyle/>
          <a:p>
            <a:pPr algn="just"/>
            <a:r>
              <a:rPr lang="en-US"/>
              <a:t>Promotion:</a:t>
            </a:r>
            <a:r>
              <a:rPr lang="en-US" b="0"/>
              <a:t> is concerned with telling the target market or others in the channel of distribution about the right product</a:t>
            </a:r>
            <a:r>
              <a:rPr lang="vi-VN" b="0"/>
              <a:t>. </a:t>
            </a:r>
            <a:r>
              <a:rPr lang="en-US" b="0"/>
              <a:t>Promotion includes personal selling, mass selling and sales promotion</a:t>
            </a:r>
            <a:endParaRPr lang="vi-VN" b="0"/>
          </a:p>
          <a:p>
            <a:pPr algn="just"/>
            <a:r>
              <a:rPr lang="en-US"/>
              <a:t>Price: </a:t>
            </a:r>
            <a:r>
              <a:rPr lang="en-US" b="0"/>
              <a:t>must consider the kind of competition in the target market and the cost of the whole marketing mix</a:t>
            </a:r>
            <a:r>
              <a:rPr lang="vi-VN" b="0"/>
              <a:t> (</a:t>
            </a:r>
            <a:r>
              <a:rPr lang="en-US" b="0"/>
              <a:t>markups, discounts and other terms of sales</a:t>
            </a:r>
            <a:r>
              <a:rPr lang="vi-VN" b="0"/>
              <a:t>)</a:t>
            </a:r>
            <a:r>
              <a:rPr lang="en-US" b="0"/>
              <a:t> </a:t>
            </a:r>
          </a:p>
          <a:p>
            <a:pPr algn="just"/>
            <a:endParaRPr lang="en-US" b="0"/>
          </a:p>
        </p:txBody>
      </p:sp>
      <p:sp>
        <p:nvSpPr>
          <p:cNvPr id="23556" name="Slide Number Placeholder 3"/>
          <p:cNvSpPr>
            <a:spLocks noGrp="1"/>
          </p:cNvSpPr>
          <p:nvPr>
            <p:ph type="sldNum" sz="quarter" idx="10"/>
          </p:nvPr>
        </p:nvSpPr>
        <p:spPr>
          <a:noFill/>
        </p:spPr>
        <p:txBody>
          <a:bodyPr/>
          <a:lstStyle/>
          <a:p>
            <a:r>
              <a:rPr lang="en-US"/>
              <a:t>15-</a:t>
            </a:r>
            <a:fld id="{8507ED58-9FC6-4C3F-AFDB-9C3DE564CB55}" type="slidenum">
              <a:rPr lang="en-US" smtClean="0"/>
              <a:pPr/>
              <a:t>11</a:t>
            </a:fld>
            <a:endParaRPr lang="en-US"/>
          </a:p>
        </p:txBody>
      </p:sp>
      <p:sp>
        <p:nvSpPr>
          <p:cNvPr id="23557" name="Footer Placeholder 4"/>
          <p:cNvSpPr>
            <a:spLocks noGrp="1"/>
          </p:cNvSpPr>
          <p:nvPr>
            <p:ph type="ftr" sz="quarter" idx="11"/>
          </p:nvPr>
        </p:nvSpPr>
        <p:spPr>
          <a:noFill/>
        </p:spPr>
        <p:txBody>
          <a:bodyPr/>
          <a:lstStyle/>
          <a:p>
            <a:r>
              <a:rPr lang="en-US"/>
              <a:t>Copyright © 2011 Pearson Education</a:t>
            </a:r>
          </a:p>
          <a:p>
            <a:endParaRPr lang="en-US"/>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br>
              <a:rPr lang="vi-VN"/>
            </a:br>
            <a:r>
              <a:rPr lang="en-US"/>
              <a:t>Strategy decision by the four Ps</a:t>
            </a:r>
            <a:br>
              <a:rPr lang="en-US"/>
            </a:br>
            <a:endParaRPr lang="en-US"/>
          </a:p>
        </p:txBody>
      </p:sp>
      <p:sp>
        <p:nvSpPr>
          <p:cNvPr id="24579" name="Slide Number Placeholder 3"/>
          <p:cNvSpPr>
            <a:spLocks noGrp="1"/>
          </p:cNvSpPr>
          <p:nvPr>
            <p:ph type="sldNum" sz="quarter" idx="10"/>
          </p:nvPr>
        </p:nvSpPr>
        <p:spPr>
          <a:noFill/>
        </p:spPr>
        <p:txBody>
          <a:bodyPr/>
          <a:lstStyle/>
          <a:p>
            <a:r>
              <a:rPr lang="en-US"/>
              <a:t>15-</a:t>
            </a:r>
            <a:fld id="{4F31BE5F-21A4-4964-B81B-CAE9682C4430}" type="slidenum">
              <a:rPr lang="en-US" smtClean="0"/>
              <a:pPr/>
              <a:t>12</a:t>
            </a:fld>
            <a:endParaRPr lang="en-US"/>
          </a:p>
        </p:txBody>
      </p:sp>
      <p:sp>
        <p:nvSpPr>
          <p:cNvPr id="24580" name="Footer Placeholder 4"/>
          <p:cNvSpPr>
            <a:spLocks noGrp="1"/>
          </p:cNvSpPr>
          <p:nvPr>
            <p:ph type="ftr" sz="quarter" idx="11"/>
          </p:nvPr>
        </p:nvSpPr>
        <p:spPr>
          <a:noFill/>
        </p:spPr>
        <p:txBody>
          <a:bodyPr/>
          <a:lstStyle/>
          <a:p>
            <a:r>
              <a:rPr lang="en-US"/>
              <a:t>Copyright © 2011 Pearson Education</a:t>
            </a:r>
          </a:p>
          <a:p>
            <a:endParaRPr lang="en-US"/>
          </a:p>
        </p:txBody>
      </p:sp>
      <p:graphicFrame>
        <p:nvGraphicFramePr>
          <p:cNvPr id="6" name="Diagram 5"/>
          <p:cNvGraphicFramePr/>
          <p:nvPr/>
        </p:nvGraphicFramePr>
        <p:xfrm>
          <a:off x="914400" y="1371600"/>
          <a:ext cx="76200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p:cNvSpPr>
          <p:nvPr>
            <p:ph idx="1"/>
          </p:nvPr>
        </p:nvSpPr>
        <p:spPr>
          <a:xfrm>
            <a:off x="457200" y="1143000"/>
            <a:ext cx="8229600" cy="4987925"/>
          </a:xfrm>
        </p:spPr>
        <p:txBody>
          <a:bodyPr/>
          <a:lstStyle/>
          <a:p>
            <a:r>
              <a:rPr lang="en-US" dirty="0"/>
              <a:t>Target market + Marketing mix= Marketing strategy</a:t>
            </a:r>
          </a:p>
          <a:p>
            <a:r>
              <a:rPr lang="en-US" dirty="0"/>
              <a:t>Marketing strategy+ time-related details and control procedures=Marketing plan</a:t>
            </a:r>
          </a:p>
          <a:p>
            <a:r>
              <a:rPr lang="en-US" dirty="0"/>
              <a:t>Marketing plan + other marketing plans= A firm’s marketing program</a:t>
            </a:r>
          </a:p>
          <a:p>
            <a:endParaRPr lang="en-US" dirty="0"/>
          </a:p>
        </p:txBody>
      </p:sp>
      <p:sp>
        <p:nvSpPr>
          <p:cNvPr id="25603" name="Slide Number Placeholder 3"/>
          <p:cNvSpPr>
            <a:spLocks noGrp="1"/>
          </p:cNvSpPr>
          <p:nvPr>
            <p:ph type="sldNum" sz="quarter" idx="10"/>
          </p:nvPr>
        </p:nvSpPr>
        <p:spPr>
          <a:noFill/>
        </p:spPr>
        <p:txBody>
          <a:bodyPr/>
          <a:lstStyle/>
          <a:p>
            <a:r>
              <a:rPr lang="en-US"/>
              <a:t>15-</a:t>
            </a:r>
            <a:fld id="{D1C6B10B-4CEF-4C16-B076-AEF8A99CF25C}" type="slidenum">
              <a:rPr lang="en-US" smtClean="0"/>
              <a:pPr/>
              <a:t>13</a:t>
            </a:fld>
            <a:endParaRPr lang="en-US"/>
          </a:p>
        </p:txBody>
      </p:sp>
      <p:sp>
        <p:nvSpPr>
          <p:cNvPr id="25604" name="Footer Placeholder 4"/>
          <p:cNvSpPr>
            <a:spLocks noGrp="1"/>
          </p:cNvSpPr>
          <p:nvPr>
            <p:ph type="ftr" sz="quarter" idx="11"/>
          </p:nvPr>
        </p:nvSpPr>
        <p:spPr>
          <a:noFill/>
        </p:spPr>
        <p:txBody>
          <a:bodyPr/>
          <a:lstStyle/>
          <a:p>
            <a:r>
              <a:rPr lang="en-US" dirty="0"/>
              <a:t>Copyright © 2011 Pearson Education</a:t>
            </a:r>
          </a:p>
          <a:p>
            <a:endParaRPr lang="en-US" dirty="0"/>
          </a:p>
        </p:txBody>
      </p:sp>
      <p:sp>
        <p:nvSpPr>
          <p:cNvPr id="25605" name="Title 1"/>
          <p:cNvSpPr>
            <a:spLocks noGrp="1"/>
          </p:cNvSpPr>
          <p:nvPr>
            <p:ph type="title"/>
          </p:nvPr>
        </p:nvSpPr>
        <p:spPr>
          <a:xfrm>
            <a:off x="533400" y="533400"/>
            <a:ext cx="8229600" cy="865188"/>
          </a:xfrm>
        </p:spPr>
        <p:txBody>
          <a:bodyPr/>
          <a:lstStyle/>
          <a:p>
            <a:br>
              <a:rPr lang="vi-VN"/>
            </a:br>
            <a:br>
              <a:rPr lang="vi-VN"/>
            </a:br>
            <a:br>
              <a:rPr lang="vi-VN"/>
            </a:br>
            <a:r>
              <a:rPr lang="vi-VN"/>
              <a:t>2.3 </a:t>
            </a:r>
            <a:r>
              <a:rPr lang="en-US"/>
              <a:t> marketing strategy,  marketing plan and  marketing program</a:t>
            </a:r>
            <a:br>
              <a:rPr lang="en-US"/>
            </a:br>
            <a:endParaRPr lang="en-US"/>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vi-VN"/>
              <a:t>2.4 </a:t>
            </a:r>
            <a:r>
              <a:rPr lang="en-US"/>
              <a:t>Marketing strategy planning process highlights opportunities</a:t>
            </a:r>
            <a:r>
              <a:rPr lang="vi-VN"/>
              <a:t> </a:t>
            </a:r>
            <a:endParaRPr lang="en-US"/>
          </a:p>
        </p:txBody>
      </p:sp>
      <p:sp>
        <p:nvSpPr>
          <p:cNvPr id="26627" name="Slide Number Placeholder 3"/>
          <p:cNvSpPr>
            <a:spLocks noGrp="1"/>
          </p:cNvSpPr>
          <p:nvPr>
            <p:ph type="sldNum" sz="quarter" idx="10"/>
          </p:nvPr>
        </p:nvSpPr>
        <p:spPr>
          <a:noFill/>
        </p:spPr>
        <p:txBody>
          <a:bodyPr/>
          <a:lstStyle/>
          <a:p>
            <a:r>
              <a:rPr lang="en-US"/>
              <a:t>15-</a:t>
            </a:r>
            <a:fld id="{25A78A9A-E753-4755-AEC6-F0AE48AFF9EC}" type="slidenum">
              <a:rPr lang="en-US" smtClean="0"/>
              <a:pPr/>
              <a:t>14</a:t>
            </a:fld>
            <a:endParaRPr lang="en-US"/>
          </a:p>
        </p:txBody>
      </p:sp>
      <p:sp>
        <p:nvSpPr>
          <p:cNvPr id="26628" name="Footer Placeholder 4"/>
          <p:cNvSpPr>
            <a:spLocks noGrp="1"/>
          </p:cNvSpPr>
          <p:nvPr>
            <p:ph type="ftr" sz="quarter" idx="11"/>
          </p:nvPr>
        </p:nvSpPr>
        <p:spPr>
          <a:noFill/>
        </p:spPr>
        <p:txBody>
          <a:bodyPr/>
          <a:lstStyle/>
          <a:p>
            <a:r>
              <a:rPr lang="en-US"/>
              <a:t>Copyright © 2011 Pearson Education</a:t>
            </a:r>
          </a:p>
          <a:p>
            <a:endParaRPr lang="en-US"/>
          </a:p>
        </p:txBody>
      </p:sp>
      <p:pic>
        <p:nvPicPr>
          <p:cNvPr id="26629" name="Picture 5" descr="Kết quả hình ảnh cho Overview of marketing strategy planning process"/>
          <p:cNvPicPr>
            <a:picLocks noChangeAspect="1" noChangeArrowheads="1"/>
          </p:cNvPicPr>
          <p:nvPr/>
        </p:nvPicPr>
        <p:blipFill>
          <a:blip r:embed="rId2"/>
          <a:srcRect/>
          <a:stretch>
            <a:fillRect/>
          </a:stretch>
        </p:blipFill>
        <p:spPr bwMode="auto">
          <a:xfrm>
            <a:off x="838200" y="1471613"/>
            <a:ext cx="7467600" cy="4167187"/>
          </a:xfrm>
          <a:prstGeom prst="rect">
            <a:avLst/>
          </a:prstGeom>
          <a:noFill/>
          <a:ln w="9525">
            <a:noFill/>
            <a:miter lim="800000"/>
            <a:headEnd/>
            <a:tailEnd/>
          </a:ln>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endParaRPr lang="en-US"/>
          </a:p>
        </p:txBody>
      </p:sp>
      <p:sp>
        <p:nvSpPr>
          <p:cNvPr id="27651" name="Content Placeholder 2"/>
          <p:cNvSpPr>
            <a:spLocks noGrp="1"/>
          </p:cNvSpPr>
          <p:nvPr>
            <p:ph idx="1"/>
          </p:nvPr>
        </p:nvSpPr>
        <p:spPr/>
        <p:txBody>
          <a:bodyPr/>
          <a:lstStyle/>
          <a:p>
            <a:pPr algn="just"/>
            <a:r>
              <a:rPr lang="en-US"/>
              <a:t>Segmentation:</a:t>
            </a:r>
            <a:r>
              <a:rPr lang="vi-VN" b="0"/>
              <a:t> </a:t>
            </a:r>
            <a:r>
              <a:rPr lang="en-US" b="0"/>
              <a:t>subgroups (segments) of customers who are similar and could be satisfied with the same marketing mix. </a:t>
            </a:r>
            <a:endParaRPr lang="vi-VN" b="0"/>
          </a:p>
          <a:p>
            <a:pPr algn="just"/>
            <a:r>
              <a:rPr lang="en-US"/>
              <a:t>Positioning</a:t>
            </a:r>
            <a:r>
              <a:rPr lang="en-US" b="0"/>
              <a:t>: refers to how customers think about proposed or present brands in a market</a:t>
            </a:r>
            <a:endParaRPr lang="vi-VN" b="0"/>
          </a:p>
          <a:p>
            <a:pPr algn="just"/>
            <a:r>
              <a:rPr lang="en-US"/>
              <a:t>Differentiation</a:t>
            </a:r>
            <a:r>
              <a:rPr lang="en-US" b="0"/>
              <a:t>: means that the marketing mix is distinct from and better than what is available from a competitor.</a:t>
            </a:r>
            <a:endParaRPr lang="vi-VN" b="0"/>
          </a:p>
          <a:p>
            <a:pPr algn="just"/>
            <a:r>
              <a:rPr lang="en-US"/>
              <a:t>SWOT analysis</a:t>
            </a:r>
            <a:r>
              <a:rPr lang="vi-VN" b="0"/>
              <a:t>: </a:t>
            </a:r>
            <a:r>
              <a:rPr lang="en-US" b="0"/>
              <a:t>identifies and lists the firm’s strengths and weaknesses and its opportunities and threats.</a:t>
            </a:r>
          </a:p>
        </p:txBody>
      </p:sp>
      <p:sp>
        <p:nvSpPr>
          <p:cNvPr id="27652" name="Slide Number Placeholder 3"/>
          <p:cNvSpPr>
            <a:spLocks noGrp="1"/>
          </p:cNvSpPr>
          <p:nvPr>
            <p:ph type="sldNum" sz="quarter" idx="10"/>
          </p:nvPr>
        </p:nvSpPr>
        <p:spPr>
          <a:noFill/>
        </p:spPr>
        <p:txBody>
          <a:bodyPr/>
          <a:lstStyle/>
          <a:p>
            <a:r>
              <a:rPr lang="en-US"/>
              <a:t>15-</a:t>
            </a:r>
            <a:fld id="{DAF1AC48-6FBF-4384-8B88-A3C265B12CA7}" type="slidenum">
              <a:rPr lang="en-US" smtClean="0"/>
              <a:pPr/>
              <a:t>15</a:t>
            </a:fld>
            <a:endParaRPr lang="en-US"/>
          </a:p>
        </p:txBody>
      </p:sp>
      <p:sp>
        <p:nvSpPr>
          <p:cNvPr id="27653" name="Footer Placeholder 4"/>
          <p:cNvSpPr>
            <a:spLocks noGrp="1"/>
          </p:cNvSpPr>
          <p:nvPr>
            <p:ph type="ftr" sz="quarter" idx="11"/>
          </p:nvPr>
        </p:nvSpPr>
        <p:spPr>
          <a:noFill/>
        </p:spPr>
        <p:txBody>
          <a:bodyPr/>
          <a:lstStyle/>
          <a:p>
            <a:r>
              <a:rPr lang="en-US"/>
              <a:t>Copyright © 2011 Pearson Education</a:t>
            </a:r>
          </a:p>
          <a:p>
            <a:endParaRPr lang="en-US"/>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endParaRPr lang="en-US"/>
          </a:p>
        </p:txBody>
      </p:sp>
      <p:sp>
        <p:nvSpPr>
          <p:cNvPr id="28675" name="Content Placeholder 2"/>
          <p:cNvSpPr>
            <a:spLocks noGrp="1"/>
          </p:cNvSpPr>
          <p:nvPr>
            <p:ph idx="1"/>
          </p:nvPr>
        </p:nvSpPr>
        <p:spPr/>
        <p:txBody>
          <a:bodyPr/>
          <a:lstStyle/>
          <a:p>
            <a:r>
              <a:rPr lang="en-US" i="1"/>
              <a:t>Macro-environment:</a:t>
            </a:r>
            <a:endParaRPr lang="en-US"/>
          </a:p>
          <a:p>
            <a:r>
              <a:rPr lang="en-US" sz="2600" b="0"/>
              <a:t>Economic: inflation, interest rates, unemployment</a:t>
            </a:r>
          </a:p>
          <a:p>
            <a:r>
              <a:rPr lang="en-US" sz="2600" b="0"/>
              <a:t>Social/cultural: age distribution, lifestyle changes, values, attitudes</a:t>
            </a:r>
          </a:p>
          <a:p>
            <a:r>
              <a:rPr lang="en-US" sz="2600" b="0"/>
              <a:t> Technological: new product and process technologies, materials</a:t>
            </a:r>
          </a:p>
          <a:p>
            <a:r>
              <a:rPr lang="en-US" sz="2600" b="0"/>
              <a:t>Political/legal: monopoly control, new laws, regulations</a:t>
            </a:r>
          </a:p>
          <a:p>
            <a:r>
              <a:rPr lang="en-US" sz="2600" b="0"/>
              <a:t>Ecological: conservation, pollution, energy</a:t>
            </a:r>
          </a:p>
          <a:p>
            <a:endParaRPr lang="en-US"/>
          </a:p>
        </p:txBody>
      </p:sp>
      <p:sp>
        <p:nvSpPr>
          <p:cNvPr id="28676" name="Slide Number Placeholder 3"/>
          <p:cNvSpPr>
            <a:spLocks noGrp="1"/>
          </p:cNvSpPr>
          <p:nvPr>
            <p:ph type="sldNum" sz="quarter" idx="10"/>
          </p:nvPr>
        </p:nvSpPr>
        <p:spPr>
          <a:noFill/>
        </p:spPr>
        <p:txBody>
          <a:bodyPr/>
          <a:lstStyle/>
          <a:p>
            <a:r>
              <a:rPr lang="en-US"/>
              <a:t>15-</a:t>
            </a:r>
            <a:fld id="{F9B333A4-59F5-46DC-AE9F-C67B700201C9}" type="slidenum">
              <a:rPr lang="en-US" smtClean="0"/>
              <a:pPr/>
              <a:t>16</a:t>
            </a:fld>
            <a:endParaRPr lang="en-US"/>
          </a:p>
        </p:txBody>
      </p:sp>
      <p:sp>
        <p:nvSpPr>
          <p:cNvPr id="28677" name="Footer Placeholder 4"/>
          <p:cNvSpPr>
            <a:spLocks noGrp="1"/>
          </p:cNvSpPr>
          <p:nvPr>
            <p:ph type="ftr" sz="quarter" idx="11"/>
          </p:nvPr>
        </p:nvSpPr>
        <p:spPr>
          <a:noFill/>
        </p:spPr>
        <p:txBody>
          <a:bodyPr/>
          <a:lstStyle/>
          <a:p>
            <a:r>
              <a:rPr lang="en-US"/>
              <a:t>Copyright © 2011 Pearson Education</a:t>
            </a:r>
          </a:p>
          <a:p>
            <a:endParaRPr lang="en-US"/>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t>Types of opportunities to pursue</a:t>
            </a:r>
          </a:p>
        </p:txBody>
      </p:sp>
      <p:sp>
        <p:nvSpPr>
          <p:cNvPr id="29699" name="Slide Number Placeholder 3"/>
          <p:cNvSpPr>
            <a:spLocks noGrp="1"/>
          </p:cNvSpPr>
          <p:nvPr>
            <p:ph type="sldNum" sz="quarter" idx="10"/>
          </p:nvPr>
        </p:nvSpPr>
        <p:spPr>
          <a:noFill/>
        </p:spPr>
        <p:txBody>
          <a:bodyPr/>
          <a:lstStyle/>
          <a:p>
            <a:r>
              <a:rPr lang="en-US"/>
              <a:t>15-</a:t>
            </a:r>
            <a:fld id="{4F0E583C-4022-417B-9B7F-3127D0BF8124}" type="slidenum">
              <a:rPr lang="en-US" smtClean="0"/>
              <a:pPr/>
              <a:t>17</a:t>
            </a:fld>
            <a:endParaRPr lang="en-US"/>
          </a:p>
        </p:txBody>
      </p:sp>
      <p:sp>
        <p:nvSpPr>
          <p:cNvPr id="29700" name="Footer Placeholder 4"/>
          <p:cNvSpPr>
            <a:spLocks noGrp="1"/>
          </p:cNvSpPr>
          <p:nvPr>
            <p:ph type="ftr" sz="quarter" idx="11"/>
          </p:nvPr>
        </p:nvSpPr>
        <p:spPr>
          <a:noFill/>
        </p:spPr>
        <p:txBody>
          <a:bodyPr/>
          <a:lstStyle/>
          <a:p>
            <a:r>
              <a:rPr lang="en-US"/>
              <a:t>Copyright © 2011 Pearson Education</a:t>
            </a:r>
          </a:p>
          <a:p>
            <a:endParaRPr lang="en-US"/>
          </a:p>
        </p:txBody>
      </p:sp>
      <p:sp>
        <p:nvSpPr>
          <p:cNvPr id="29701" name="Rectangle 5"/>
          <p:cNvSpPr>
            <a:spLocks noChangeArrowheads="1"/>
          </p:cNvSpPr>
          <p:nvPr/>
        </p:nvSpPr>
        <p:spPr bwMode="auto">
          <a:xfrm>
            <a:off x="3733800" y="1905000"/>
            <a:ext cx="3670300" cy="3670300"/>
          </a:xfrm>
          <a:prstGeom prst="rect">
            <a:avLst/>
          </a:prstGeom>
          <a:solidFill>
            <a:srgbClr val="FFFFCC"/>
          </a:solidFill>
          <a:ln w="25400">
            <a:solidFill>
              <a:schemeClr val="accent1"/>
            </a:solidFill>
            <a:miter lim="800000"/>
            <a:headEnd/>
            <a:tailEnd/>
          </a:ln>
        </p:spPr>
        <p:txBody>
          <a:bodyPr wrap="none" anchor="ctr"/>
          <a:lstStyle/>
          <a:p>
            <a:endParaRPr lang="vi-VN">
              <a:cs typeface="Arial" charset="0"/>
            </a:endParaRPr>
          </a:p>
        </p:txBody>
      </p:sp>
      <p:sp>
        <p:nvSpPr>
          <p:cNvPr id="29702" name="Rectangle 6"/>
          <p:cNvSpPr>
            <a:spLocks noChangeArrowheads="1"/>
          </p:cNvSpPr>
          <p:nvPr/>
        </p:nvSpPr>
        <p:spPr bwMode="auto">
          <a:xfrm>
            <a:off x="3648075" y="2135188"/>
            <a:ext cx="1965325" cy="705321"/>
          </a:xfrm>
          <a:prstGeom prst="rect">
            <a:avLst/>
          </a:prstGeom>
          <a:noFill/>
          <a:ln w="12700">
            <a:noFill/>
            <a:miter lim="800000"/>
            <a:headEnd/>
            <a:tailEnd/>
          </a:ln>
        </p:spPr>
        <p:txBody>
          <a:bodyPr lIns="90488" tIns="44450" rIns="90488" bIns="44450">
            <a:spAutoFit/>
          </a:bodyPr>
          <a:lstStyle/>
          <a:p>
            <a:pPr algn="ctr" defTabSz="762000"/>
            <a:r>
              <a:rPr lang="en-US" sz="2000" b="1" dirty="0">
                <a:cs typeface="Times New Roman" pitchFamily="18" charset="0"/>
              </a:rPr>
              <a:t>Market penetration</a:t>
            </a:r>
          </a:p>
        </p:txBody>
      </p:sp>
      <p:sp>
        <p:nvSpPr>
          <p:cNvPr id="29703" name="Line 7"/>
          <p:cNvSpPr>
            <a:spLocks noChangeShapeType="1"/>
          </p:cNvSpPr>
          <p:nvPr/>
        </p:nvSpPr>
        <p:spPr bwMode="auto">
          <a:xfrm>
            <a:off x="5562600" y="1905000"/>
            <a:ext cx="0" cy="3644900"/>
          </a:xfrm>
          <a:prstGeom prst="line">
            <a:avLst/>
          </a:prstGeom>
          <a:noFill/>
          <a:ln w="25400">
            <a:solidFill>
              <a:schemeClr val="accent1"/>
            </a:solidFill>
            <a:round/>
            <a:headEnd/>
            <a:tailEnd/>
          </a:ln>
        </p:spPr>
        <p:txBody>
          <a:bodyPr wrap="none" anchor="ctr"/>
          <a:lstStyle/>
          <a:p>
            <a:endParaRPr lang="en-US"/>
          </a:p>
        </p:txBody>
      </p:sp>
      <p:sp>
        <p:nvSpPr>
          <p:cNvPr id="29704" name="Line 8"/>
          <p:cNvSpPr>
            <a:spLocks noChangeShapeType="1"/>
          </p:cNvSpPr>
          <p:nvPr/>
        </p:nvSpPr>
        <p:spPr bwMode="auto">
          <a:xfrm>
            <a:off x="3702050" y="3611563"/>
            <a:ext cx="3644900" cy="0"/>
          </a:xfrm>
          <a:prstGeom prst="line">
            <a:avLst/>
          </a:prstGeom>
          <a:noFill/>
          <a:ln w="25400">
            <a:solidFill>
              <a:schemeClr val="accent1"/>
            </a:solidFill>
            <a:round/>
            <a:headEnd/>
            <a:tailEnd/>
          </a:ln>
        </p:spPr>
        <p:txBody>
          <a:bodyPr wrap="none" anchor="ctr"/>
          <a:lstStyle/>
          <a:p>
            <a:endParaRPr lang="en-US"/>
          </a:p>
        </p:txBody>
      </p:sp>
      <p:sp>
        <p:nvSpPr>
          <p:cNvPr id="29705" name="Rectangle 9"/>
          <p:cNvSpPr>
            <a:spLocks noChangeArrowheads="1"/>
          </p:cNvSpPr>
          <p:nvPr/>
        </p:nvSpPr>
        <p:spPr bwMode="auto">
          <a:xfrm>
            <a:off x="1968500" y="2401888"/>
            <a:ext cx="1069975" cy="365125"/>
          </a:xfrm>
          <a:prstGeom prst="rect">
            <a:avLst/>
          </a:prstGeom>
          <a:noFill/>
          <a:ln w="12700">
            <a:noFill/>
            <a:miter lim="800000"/>
            <a:headEnd/>
            <a:tailEnd/>
          </a:ln>
        </p:spPr>
        <p:txBody>
          <a:bodyPr wrap="none" lIns="90488" tIns="44450" rIns="90488" bIns="44450">
            <a:spAutoFit/>
          </a:bodyPr>
          <a:lstStyle/>
          <a:p>
            <a:pPr algn="ctr" defTabSz="762000"/>
            <a:r>
              <a:rPr lang="en-US" b="1">
                <a:solidFill>
                  <a:schemeClr val="accent2"/>
                </a:solidFill>
                <a:cs typeface="Times New Roman" pitchFamily="18" charset="0"/>
              </a:rPr>
              <a:t>Existing</a:t>
            </a:r>
          </a:p>
        </p:txBody>
      </p:sp>
      <p:sp>
        <p:nvSpPr>
          <p:cNvPr id="29706" name="Rectangle 10"/>
          <p:cNvSpPr>
            <a:spLocks noChangeArrowheads="1"/>
          </p:cNvSpPr>
          <p:nvPr/>
        </p:nvSpPr>
        <p:spPr bwMode="auto">
          <a:xfrm>
            <a:off x="1771650" y="4230688"/>
            <a:ext cx="1463675" cy="365125"/>
          </a:xfrm>
          <a:prstGeom prst="rect">
            <a:avLst/>
          </a:prstGeom>
          <a:noFill/>
          <a:ln w="12700">
            <a:noFill/>
            <a:miter lim="800000"/>
            <a:headEnd/>
            <a:tailEnd/>
          </a:ln>
        </p:spPr>
        <p:txBody>
          <a:bodyPr wrap="none" lIns="90488" tIns="44450" rIns="90488" bIns="44450">
            <a:spAutoFit/>
          </a:bodyPr>
          <a:lstStyle/>
          <a:p>
            <a:pPr algn="ctr" defTabSz="762000"/>
            <a:r>
              <a:rPr lang="en-US" b="1">
                <a:solidFill>
                  <a:schemeClr val="accent2"/>
                </a:solidFill>
                <a:cs typeface="Times New Roman" pitchFamily="18" charset="0"/>
              </a:rPr>
              <a:t>New/related</a:t>
            </a:r>
          </a:p>
        </p:txBody>
      </p:sp>
      <p:sp>
        <p:nvSpPr>
          <p:cNvPr id="29707" name="Rectangle 11"/>
          <p:cNvSpPr>
            <a:spLocks noChangeArrowheads="1"/>
          </p:cNvSpPr>
          <p:nvPr/>
        </p:nvSpPr>
        <p:spPr bwMode="auto">
          <a:xfrm>
            <a:off x="2057400" y="3505200"/>
            <a:ext cx="1282700" cy="393700"/>
          </a:xfrm>
          <a:prstGeom prst="rect">
            <a:avLst/>
          </a:prstGeom>
          <a:noFill/>
          <a:ln w="12700">
            <a:noFill/>
            <a:miter lim="800000"/>
            <a:headEnd/>
            <a:tailEnd/>
          </a:ln>
        </p:spPr>
        <p:txBody>
          <a:bodyPr wrap="none" lIns="90488" tIns="44450" rIns="90488" bIns="44450">
            <a:spAutoFit/>
          </a:bodyPr>
          <a:lstStyle/>
          <a:p>
            <a:pPr defTabSz="762000"/>
            <a:r>
              <a:rPr lang="en-US" sz="2000" b="1" dirty="0">
                <a:solidFill>
                  <a:srgbClr val="FF0033"/>
                </a:solidFill>
                <a:cs typeface="Times New Roman" pitchFamily="18" charset="0"/>
              </a:rPr>
              <a:t>Products</a:t>
            </a:r>
          </a:p>
        </p:txBody>
      </p:sp>
      <p:sp>
        <p:nvSpPr>
          <p:cNvPr id="29708" name="Rectangle 12"/>
          <p:cNvSpPr>
            <a:spLocks noChangeArrowheads="1"/>
          </p:cNvSpPr>
          <p:nvPr/>
        </p:nvSpPr>
        <p:spPr bwMode="auto">
          <a:xfrm>
            <a:off x="4083050" y="1417638"/>
            <a:ext cx="1069975" cy="365125"/>
          </a:xfrm>
          <a:prstGeom prst="rect">
            <a:avLst/>
          </a:prstGeom>
          <a:noFill/>
          <a:ln w="12700">
            <a:noFill/>
            <a:miter lim="800000"/>
            <a:headEnd/>
            <a:tailEnd/>
          </a:ln>
        </p:spPr>
        <p:txBody>
          <a:bodyPr wrap="none" lIns="90488" tIns="44450" rIns="90488" bIns="44450">
            <a:spAutoFit/>
          </a:bodyPr>
          <a:lstStyle/>
          <a:p>
            <a:pPr defTabSz="762000"/>
            <a:r>
              <a:rPr lang="en-US" b="1">
                <a:solidFill>
                  <a:schemeClr val="accent2"/>
                </a:solidFill>
                <a:cs typeface="Times New Roman" pitchFamily="18" charset="0"/>
              </a:rPr>
              <a:t>Existing</a:t>
            </a:r>
          </a:p>
        </p:txBody>
      </p:sp>
      <p:sp>
        <p:nvSpPr>
          <p:cNvPr id="29709" name="Rectangle 13"/>
          <p:cNvSpPr>
            <a:spLocks noChangeArrowheads="1"/>
          </p:cNvSpPr>
          <p:nvPr/>
        </p:nvSpPr>
        <p:spPr bwMode="auto">
          <a:xfrm>
            <a:off x="5745163" y="1417638"/>
            <a:ext cx="1463675" cy="365125"/>
          </a:xfrm>
          <a:prstGeom prst="rect">
            <a:avLst/>
          </a:prstGeom>
          <a:noFill/>
          <a:ln w="12700">
            <a:noFill/>
            <a:miter lim="800000"/>
            <a:headEnd/>
            <a:tailEnd/>
          </a:ln>
        </p:spPr>
        <p:txBody>
          <a:bodyPr wrap="none" lIns="90488" tIns="44450" rIns="90488" bIns="44450">
            <a:spAutoFit/>
          </a:bodyPr>
          <a:lstStyle/>
          <a:p>
            <a:pPr defTabSz="762000"/>
            <a:r>
              <a:rPr lang="en-US" b="1">
                <a:solidFill>
                  <a:schemeClr val="accent2"/>
                </a:solidFill>
                <a:cs typeface="Times New Roman" pitchFamily="18" charset="0"/>
              </a:rPr>
              <a:t>New/related</a:t>
            </a:r>
          </a:p>
        </p:txBody>
      </p:sp>
      <p:sp>
        <p:nvSpPr>
          <p:cNvPr id="29710" name="Rectangle 14"/>
          <p:cNvSpPr>
            <a:spLocks noChangeArrowheads="1"/>
          </p:cNvSpPr>
          <p:nvPr/>
        </p:nvSpPr>
        <p:spPr bwMode="auto">
          <a:xfrm>
            <a:off x="5403850" y="2287588"/>
            <a:ext cx="1965325" cy="698500"/>
          </a:xfrm>
          <a:prstGeom prst="rect">
            <a:avLst/>
          </a:prstGeom>
          <a:noFill/>
          <a:ln w="12700">
            <a:noFill/>
            <a:miter lim="800000"/>
            <a:headEnd/>
            <a:tailEnd/>
          </a:ln>
        </p:spPr>
        <p:txBody>
          <a:bodyPr lIns="90488" tIns="44450" rIns="90488" bIns="44450">
            <a:spAutoFit/>
          </a:bodyPr>
          <a:lstStyle/>
          <a:p>
            <a:pPr algn="ctr" defTabSz="762000"/>
            <a:r>
              <a:rPr lang="en-US" sz="2000" b="1" dirty="0">
                <a:cs typeface="Times New Roman" pitchFamily="18" charset="0"/>
              </a:rPr>
              <a:t>Market development</a:t>
            </a:r>
          </a:p>
        </p:txBody>
      </p:sp>
      <p:sp>
        <p:nvSpPr>
          <p:cNvPr id="29711" name="Rectangle 15"/>
          <p:cNvSpPr>
            <a:spLocks noChangeArrowheads="1"/>
          </p:cNvSpPr>
          <p:nvPr/>
        </p:nvSpPr>
        <p:spPr bwMode="auto">
          <a:xfrm>
            <a:off x="3721100" y="4119563"/>
            <a:ext cx="1789113" cy="698500"/>
          </a:xfrm>
          <a:prstGeom prst="rect">
            <a:avLst/>
          </a:prstGeom>
          <a:noFill/>
          <a:ln w="12700">
            <a:noFill/>
            <a:miter lim="800000"/>
            <a:headEnd/>
            <a:tailEnd/>
          </a:ln>
        </p:spPr>
        <p:txBody>
          <a:bodyPr lIns="90488" tIns="44450" rIns="90488" bIns="44450">
            <a:spAutoFit/>
          </a:bodyPr>
          <a:lstStyle/>
          <a:p>
            <a:pPr algn="ctr" defTabSz="762000"/>
            <a:r>
              <a:rPr lang="en-US" sz="2000" b="1">
                <a:cs typeface="Times New Roman" pitchFamily="18" charset="0"/>
              </a:rPr>
              <a:t>Product development</a:t>
            </a:r>
          </a:p>
        </p:txBody>
      </p:sp>
      <p:sp>
        <p:nvSpPr>
          <p:cNvPr id="29712" name="Rectangle 16"/>
          <p:cNvSpPr>
            <a:spLocks noChangeArrowheads="1"/>
          </p:cNvSpPr>
          <p:nvPr/>
        </p:nvSpPr>
        <p:spPr bwMode="auto">
          <a:xfrm>
            <a:off x="5619750" y="4125912"/>
            <a:ext cx="1695450" cy="351378"/>
          </a:xfrm>
          <a:prstGeom prst="rect">
            <a:avLst/>
          </a:prstGeom>
          <a:noFill/>
          <a:ln w="12700">
            <a:noFill/>
            <a:miter lim="800000"/>
            <a:headEnd/>
            <a:tailEnd/>
          </a:ln>
        </p:spPr>
        <p:txBody>
          <a:bodyPr wrap="square" lIns="90488" tIns="44450" rIns="90488" bIns="44450">
            <a:spAutoFit/>
          </a:bodyPr>
          <a:lstStyle/>
          <a:p>
            <a:pPr algn="ctr" defTabSz="762000"/>
            <a:r>
              <a:rPr lang="en-US" sz="1700" b="1" dirty="0"/>
              <a:t>Diversification</a:t>
            </a:r>
            <a:endParaRPr lang="en-US" sz="1700" b="1" dirty="0">
              <a:cs typeface="Times New Roman" pitchFamily="18" charset="0"/>
            </a:endParaRPr>
          </a:p>
        </p:txBody>
      </p:sp>
      <p:sp>
        <p:nvSpPr>
          <p:cNvPr id="29713" name="Line 21"/>
          <p:cNvSpPr>
            <a:spLocks noChangeShapeType="1"/>
          </p:cNvSpPr>
          <p:nvPr/>
        </p:nvSpPr>
        <p:spPr bwMode="auto">
          <a:xfrm>
            <a:off x="5530850" y="1322388"/>
            <a:ext cx="0" cy="352425"/>
          </a:xfrm>
          <a:prstGeom prst="line">
            <a:avLst/>
          </a:prstGeom>
          <a:noFill/>
          <a:ln w="25400">
            <a:solidFill>
              <a:schemeClr val="accent1"/>
            </a:solidFill>
            <a:round/>
            <a:headEnd/>
            <a:tailEnd/>
          </a:ln>
        </p:spPr>
        <p:txBody>
          <a:bodyPr wrap="none" anchor="ctr"/>
          <a:lstStyle/>
          <a:p>
            <a:endParaRPr lang="en-US"/>
          </a:p>
        </p:txBody>
      </p:sp>
      <p:sp>
        <p:nvSpPr>
          <p:cNvPr id="18" name="Rectangle 11"/>
          <p:cNvSpPr>
            <a:spLocks noChangeArrowheads="1"/>
          </p:cNvSpPr>
          <p:nvPr/>
        </p:nvSpPr>
        <p:spPr bwMode="auto">
          <a:xfrm>
            <a:off x="5181600" y="990600"/>
            <a:ext cx="1008290" cy="397545"/>
          </a:xfrm>
          <a:prstGeom prst="rect">
            <a:avLst/>
          </a:prstGeom>
          <a:noFill/>
          <a:ln w="12700">
            <a:noFill/>
            <a:miter lim="800000"/>
            <a:headEnd/>
            <a:tailEnd/>
          </a:ln>
        </p:spPr>
        <p:txBody>
          <a:bodyPr wrap="none" lIns="90488" tIns="44450" rIns="90488" bIns="44450">
            <a:spAutoFit/>
          </a:bodyPr>
          <a:lstStyle/>
          <a:p>
            <a:pPr defTabSz="762000"/>
            <a:r>
              <a:rPr lang="vi-VN" sz="2000" b="1" dirty="0">
                <a:solidFill>
                  <a:srgbClr val="FF0033"/>
                </a:solidFill>
                <a:cs typeface="Times New Roman" pitchFamily="18" charset="0"/>
              </a:rPr>
              <a:t>Market</a:t>
            </a:r>
            <a:endParaRPr lang="en-US" sz="2000" b="1" dirty="0">
              <a:solidFill>
                <a:srgbClr val="FF0033"/>
              </a:solidFill>
              <a:cs typeface="Times New Roman" pitchFamily="18" charset="0"/>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r>
              <a:rPr lang="en-US"/>
              <a:t>15-</a:t>
            </a:r>
            <a:fld id="{68F429EC-1868-4584-9841-A602A7D87E26}" type="slidenum">
              <a:rPr lang="en-US" smtClean="0"/>
              <a:pPr>
                <a:defRPr/>
              </a:pPr>
              <a:t>18</a:t>
            </a:fld>
            <a:endParaRPr lang="en-US"/>
          </a:p>
        </p:txBody>
      </p:sp>
      <p:sp>
        <p:nvSpPr>
          <p:cNvPr id="5" name="Footer Placeholder 4"/>
          <p:cNvSpPr>
            <a:spLocks noGrp="1"/>
          </p:cNvSpPr>
          <p:nvPr>
            <p:ph type="ftr" sz="quarter" idx="11"/>
          </p:nvPr>
        </p:nvSpPr>
        <p:spPr/>
        <p:txBody>
          <a:bodyPr/>
          <a:lstStyle/>
          <a:p>
            <a:pPr>
              <a:defRPr/>
            </a:pPr>
            <a:r>
              <a:rPr lang="en-US"/>
              <a:t>Copyright © 2011 Pearson Education</a:t>
            </a:r>
          </a:p>
          <a:p>
            <a:pPr>
              <a:defRPr/>
            </a:pPr>
            <a:endParaRPr lang="en-US"/>
          </a:p>
        </p:txBody>
      </p:sp>
      <p:pic>
        <p:nvPicPr>
          <p:cNvPr id="47106" name="Picture 2" descr="http://image.vietstock.vn/2015/01/21/kdc-2101-2_941573.jpg"/>
          <p:cNvPicPr>
            <a:picLocks noChangeAspect="1" noChangeArrowheads="1"/>
          </p:cNvPicPr>
          <p:nvPr/>
        </p:nvPicPr>
        <p:blipFill>
          <a:blip r:embed="rId2"/>
          <a:srcRect/>
          <a:stretch>
            <a:fillRect/>
          </a:stretch>
        </p:blipFill>
        <p:spPr bwMode="auto">
          <a:xfrm>
            <a:off x="838200" y="1295400"/>
            <a:ext cx="7467600" cy="4876800"/>
          </a:xfrm>
          <a:prstGeom prst="rect">
            <a:avLst/>
          </a:prstGeom>
          <a:noFill/>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endParaRPr lang="en-US"/>
          </a:p>
        </p:txBody>
      </p:sp>
      <p:sp>
        <p:nvSpPr>
          <p:cNvPr id="30723" name="Content Placeholder 2"/>
          <p:cNvSpPr>
            <a:spLocks noGrp="1"/>
          </p:cNvSpPr>
          <p:nvPr>
            <p:ph idx="1"/>
          </p:nvPr>
        </p:nvSpPr>
        <p:spPr/>
        <p:txBody>
          <a:bodyPr/>
          <a:lstStyle/>
          <a:p>
            <a:pPr algn="just"/>
            <a:r>
              <a:rPr lang="en-US" dirty="0"/>
              <a:t>Market penetration</a:t>
            </a:r>
            <a:r>
              <a:rPr lang="en-US" b="0" dirty="0"/>
              <a:t>: means trying to increase sales of a firm’s present products through a more aggressive marketing mix</a:t>
            </a:r>
            <a:r>
              <a:rPr lang="vi-VN" b="0" dirty="0"/>
              <a:t>. </a:t>
            </a:r>
            <a:r>
              <a:rPr lang="en-US" b="0" dirty="0"/>
              <a:t>The firm may try to strengthen its relationship with customers to increase their rate of use or repeat purchases</a:t>
            </a:r>
            <a:endParaRPr lang="vi-VN" b="0" dirty="0"/>
          </a:p>
          <a:p>
            <a:pPr algn="just"/>
            <a:r>
              <a:rPr lang="en-US" dirty="0"/>
              <a:t>Market development</a:t>
            </a:r>
            <a:r>
              <a:rPr lang="en-US" b="0" dirty="0"/>
              <a:t>: means trying to increase sales by selling present products in new markets.</a:t>
            </a:r>
            <a:r>
              <a:rPr lang="vi-VN" b="0" dirty="0"/>
              <a:t> T</a:t>
            </a:r>
            <a:r>
              <a:rPr lang="en-US" b="0" dirty="0"/>
              <a:t>hey may add channels of distribution or new stores in new areas including overseas</a:t>
            </a:r>
          </a:p>
          <a:p>
            <a:pPr algn="just"/>
            <a:endParaRPr lang="en-US" b="0" dirty="0"/>
          </a:p>
          <a:p>
            <a:pPr algn="just"/>
            <a:endParaRPr lang="en-US" b="0" dirty="0"/>
          </a:p>
        </p:txBody>
      </p:sp>
      <p:sp>
        <p:nvSpPr>
          <p:cNvPr id="30724" name="Slide Number Placeholder 3"/>
          <p:cNvSpPr>
            <a:spLocks noGrp="1"/>
          </p:cNvSpPr>
          <p:nvPr>
            <p:ph type="sldNum" sz="quarter" idx="10"/>
          </p:nvPr>
        </p:nvSpPr>
        <p:spPr>
          <a:noFill/>
        </p:spPr>
        <p:txBody>
          <a:bodyPr/>
          <a:lstStyle/>
          <a:p>
            <a:r>
              <a:rPr lang="en-US"/>
              <a:t>15-</a:t>
            </a:r>
            <a:fld id="{1876DED3-7B2E-4D9E-ACF0-3DA3B383BADE}" type="slidenum">
              <a:rPr lang="en-US" smtClean="0"/>
              <a:pPr/>
              <a:t>19</a:t>
            </a:fld>
            <a:endParaRPr lang="en-US"/>
          </a:p>
        </p:txBody>
      </p:sp>
      <p:sp>
        <p:nvSpPr>
          <p:cNvPr id="30725" name="Footer Placeholder 4"/>
          <p:cNvSpPr>
            <a:spLocks noGrp="1"/>
          </p:cNvSpPr>
          <p:nvPr>
            <p:ph type="ftr" sz="quarter" idx="11"/>
          </p:nvPr>
        </p:nvSpPr>
        <p:spPr>
          <a:noFill/>
        </p:spPr>
        <p:txBody>
          <a:bodyPr/>
          <a:lstStyle/>
          <a:p>
            <a:r>
              <a:rPr lang="en-US"/>
              <a:t>Copyright © 2011 Pearson Education</a:t>
            </a:r>
          </a:p>
          <a:p>
            <a:endParaRPr lang="en-US"/>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endParaRPr lang="en-US"/>
          </a:p>
        </p:txBody>
      </p:sp>
      <p:sp>
        <p:nvSpPr>
          <p:cNvPr id="31747" name="Content Placeholder 2"/>
          <p:cNvSpPr>
            <a:spLocks noGrp="1"/>
          </p:cNvSpPr>
          <p:nvPr>
            <p:ph idx="1"/>
          </p:nvPr>
        </p:nvSpPr>
        <p:spPr/>
        <p:txBody>
          <a:bodyPr/>
          <a:lstStyle/>
          <a:p>
            <a:pPr algn="just"/>
            <a:r>
              <a:rPr lang="en-US" dirty="0"/>
              <a:t>Product development</a:t>
            </a:r>
            <a:r>
              <a:rPr lang="en-US" b="0" dirty="0"/>
              <a:t>: means offering new or improved products for present markets. By knowing the present market’s needs, a firm may see new ways to satisfy customers. </a:t>
            </a:r>
            <a:endParaRPr lang="vi-VN" b="0" dirty="0"/>
          </a:p>
          <a:p>
            <a:pPr algn="just"/>
            <a:r>
              <a:rPr lang="en-US" dirty="0"/>
              <a:t>Diversification:</a:t>
            </a:r>
            <a:r>
              <a:rPr lang="en-US" b="0" dirty="0"/>
              <a:t> means moving into totally different lines of business</a:t>
            </a:r>
            <a:r>
              <a:rPr lang="vi-VN" b="0" dirty="0"/>
              <a:t> (</a:t>
            </a:r>
            <a:r>
              <a:rPr lang="en-US" b="0" dirty="0"/>
              <a:t>unfamiliar products, markets or production</a:t>
            </a:r>
            <a:r>
              <a:rPr lang="vi-VN" b="0" dirty="0"/>
              <a:t>, </a:t>
            </a:r>
            <a:r>
              <a:rPr lang="en-US" b="0" dirty="0"/>
              <a:t>marketing system</a:t>
            </a:r>
            <a:r>
              <a:rPr lang="vi-VN" b="0" dirty="0"/>
              <a:t>)</a:t>
            </a:r>
          </a:p>
          <a:p>
            <a:pPr algn="just">
              <a:buNone/>
            </a:pPr>
            <a:r>
              <a:rPr lang="vi-VN" sz="2600" b="0" dirty="0"/>
              <a:t>	For example: </a:t>
            </a:r>
            <a:r>
              <a:rPr lang="en-US" sz="2600" b="0" dirty="0"/>
              <a:t>McDonald’s opened two hotels in Switzerland; Vin</a:t>
            </a:r>
            <a:r>
              <a:rPr lang="vi-VN" sz="2600" b="0" dirty="0"/>
              <a:t>-</a:t>
            </a:r>
            <a:r>
              <a:rPr lang="en-US" sz="2600" b="0" dirty="0"/>
              <a:t>group open supermarket, schools, hospital, car production</a:t>
            </a:r>
            <a:r>
              <a:rPr lang="vi-VN" sz="2600" b="0" dirty="0"/>
              <a:t>; Lotte</a:t>
            </a:r>
            <a:endParaRPr lang="en-US" sz="2600" b="0" dirty="0"/>
          </a:p>
          <a:p>
            <a:pPr lvl="1" algn="just"/>
            <a:endParaRPr lang="en-US" b="0" dirty="0"/>
          </a:p>
          <a:p>
            <a:endParaRPr lang="en-US" dirty="0"/>
          </a:p>
        </p:txBody>
      </p:sp>
      <p:sp>
        <p:nvSpPr>
          <p:cNvPr id="31748" name="Slide Number Placeholder 3"/>
          <p:cNvSpPr>
            <a:spLocks noGrp="1"/>
          </p:cNvSpPr>
          <p:nvPr>
            <p:ph type="sldNum" sz="quarter" idx="10"/>
          </p:nvPr>
        </p:nvSpPr>
        <p:spPr>
          <a:noFill/>
        </p:spPr>
        <p:txBody>
          <a:bodyPr/>
          <a:lstStyle/>
          <a:p>
            <a:r>
              <a:rPr lang="en-US"/>
              <a:t>15-</a:t>
            </a:r>
            <a:fld id="{C6BF3C01-92D5-4864-862C-E8D6C597B6A2}" type="slidenum">
              <a:rPr lang="en-US" smtClean="0"/>
              <a:pPr/>
              <a:t>20</a:t>
            </a:fld>
            <a:endParaRPr lang="en-US"/>
          </a:p>
        </p:txBody>
      </p:sp>
      <p:sp>
        <p:nvSpPr>
          <p:cNvPr id="31749" name="Footer Placeholder 4"/>
          <p:cNvSpPr>
            <a:spLocks noGrp="1"/>
          </p:cNvSpPr>
          <p:nvPr>
            <p:ph type="ftr" sz="quarter" idx="11"/>
          </p:nvPr>
        </p:nvSpPr>
        <p:spPr>
          <a:noFill/>
        </p:spPr>
        <p:txBody>
          <a:bodyPr/>
          <a:lstStyle/>
          <a:p>
            <a:r>
              <a:rPr lang="en-US" dirty="0"/>
              <a:t>Copyright © 2011 Pearson Education</a:t>
            </a:r>
          </a:p>
          <a:p>
            <a:endParaRPr lang="en-US"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vi-VN"/>
              <a:t>Homework</a:t>
            </a:r>
            <a:endParaRPr lang="en-US"/>
          </a:p>
        </p:txBody>
      </p:sp>
      <p:sp>
        <p:nvSpPr>
          <p:cNvPr id="32771" name="Content Placeholder 2"/>
          <p:cNvSpPr>
            <a:spLocks noGrp="1"/>
          </p:cNvSpPr>
          <p:nvPr>
            <p:ph idx="1"/>
          </p:nvPr>
        </p:nvSpPr>
        <p:spPr/>
        <p:txBody>
          <a:bodyPr/>
          <a:lstStyle/>
          <a:p>
            <a:pPr algn="just"/>
            <a:r>
              <a:rPr lang="vi-VN" b="0"/>
              <a:t>1</a:t>
            </a:r>
            <a:r>
              <a:rPr lang="en-US" b="0"/>
              <a:t>. Distinguish clearly between mass marketing and target marketing. Use an example</a:t>
            </a:r>
          </a:p>
          <a:p>
            <a:pPr algn="just"/>
            <a:r>
              <a:rPr lang="vi-VN" b="0"/>
              <a:t>2</a:t>
            </a:r>
            <a:r>
              <a:rPr lang="en-US" b="0"/>
              <a:t>. If a company sells its products only from a website, which is accessible over the Internet to customers from all over the world, does it still need to worry about having a specific target market? Explain your thinking</a:t>
            </a:r>
          </a:p>
          <a:p>
            <a:pPr algn="just"/>
            <a:r>
              <a:rPr lang="vi-VN" b="0"/>
              <a:t>3</a:t>
            </a:r>
            <a:r>
              <a:rPr lang="en-US" b="0"/>
              <a:t>. Explain why a firm may want to pursue a market penetration opportunity before pursuing one involving product development or diversification</a:t>
            </a:r>
          </a:p>
          <a:p>
            <a:endParaRPr lang="en-US"/>
          </a:p>
        </p:txBody>
      </p:sp>
      <p:sp>
        <p:nvSpPr>
          <p:cNvPr id="32772" name="Slide Number Placeholder 3"/>
          <p:cNvSpPr>
            <a:spLocks noGrp="1"/>
          </p:cNvSpPr>
          <p:nvPr>
            <p:ph type="sldNum" sz="quarter" idx="10"/>
          </p:nvPr>
        </p:nvSpPr>
        <p:spPr>
          <a:noFill/>
        </p:spPr>
        <p:txBody>
          <a:bodyPr/>
          <a:lstStyle/>
          <a:p>
            <a:r>
              <a:rPr lang="en-US"/>
              <a:t>15-</a:t>
            </a:r>
            <a:fld id="{9B3A9EAB-D66B-4524-BF57-2194753B4EBA}" type="slidenum">
              <a:rPr lang="en-US" smtClean="0"/>
              <a:pPr/>
              <a:t>21</a:t>
            </a:fld>
            <a:endParaRPr lang="en-US"/>
          </a:p>
        </p:txBody>
      </p:sp>
      <p:sp>
        <p:nvSpPr>
          <p:cNvPr id="32773" name="Footer Placeholder 4"/>
          <p:cNvSpPr>
            <a:spLocks noGrp="1"/>
          </p:cNvSpPr>
          <p:nvPr>
            <p:ph type="ftr" sz="quarter" idx="11"/>
          </p:nvPr>
        </p:nvSpPr>
        <p:spPr>
          <a:noFill/>
        </p:spPr>
        <p:txBody>
          <a:bodyPr/>
          <a:lstStyle/>
          <a:p>
            <a:r>
              <a:rPr lang="en-US"/>
              <a:t>Copyright © 2011 Pearson Education</a:t>
            </a:r>
          </a:p>
          <a:p>
            <a:endParaRPr lang="en-US"/>
          </a:p>
        </p:txBody>
      </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ISGAMESHOW" val="False"/>
</p:tagLst>
</file>

<file path=ppt/tags/tag2.xml><?xml version="1.0" encoding="utf-8"?>
<p:tagLst xmlns:a="http://schemas.openxmlformats.org/drawingml/2006/main" xmlns:r="http://schemas.openxmlformats.org/officeDocument/2006/relationships" xmlns:p="http://schemas.openxmlformats.org/presentationml/2006/main">
  <p:tag name="TBTEXT" val=""/>
</p:tagLst>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spPr>
      <a:bodyPr vert="horz" wrap="square" lIns="91440" tIns="228600" rIns="91440" bIns="22860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spPr>
      <a:bodyPr vert="horz" wrap="square" lIns="91440" tIns="228600" rIns="91440" bIns="22860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Czinkota_PPT-Template01</Template>
  <TotalTime>1554</TotalTime>
  <Words>1238</Words>
  <Application>Microsoft Office PowerPoint</Application>
  <PresentationFormat>On-screen Show (4:3)</PresentationFormat>
  <Paragraphs>173</Paragraphs>
  <Slides>21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Tahoma</vt:lpstr>
      <vt:lpstr>Times New Roman</vt:lpstr>
      <vt:lpstr>Verdana</vt:lpstr>
      <vt:lpstr>Level</vt:lpstr>
      <vt:lpstr>INTRODUCTION TO MARKETING</vt:lpstr>
      <vt:lpstr>SESSION 2: Marketing strategy</vt:lpstr>
      <vt:lpstr>Marketing management process</vt:lpstr>
      <vt:lpstr>Marketing management process </vt:lpstr>
      <vt:lpstr>PowerPoint Presentation</vt:lpstr>
      <vt:lpstr>2.1 Marketing strategy planning and marketing strategy </vt:lpstr>
      <vt:lpstr>2.2 Target marketing and marketing mix </vt:lpstr>
      <vt:lpstr>Target marketing</vt:lpstr>
      <vt:lpstr>Marketing mix</vt:lpstr>
      <vt:lpstr>PowerPoint Presentation</vt:lpstr>
      <vt:lpstr>PowerPoint Presentation</vt:lpstr>
      <vt:lpstr> Strategy decision by the four Ps </vt:lpstr>
      <vt:lpstr>   2.3  marketing strategy,  marketing plan and  marketing program </vt:lpstr>
      <vt:lpstr>2.4 Marketing strategy planning process highlights opportunities </vt:lpstr>
      <vt:lpstr>PowerPoint Presentation</vt:lpstr>
      <vt:lpstr>PowerPoint Presentation</vt:lpstr>
      <vt:lpstr>Types of opportunities to pursue</vt:lpstr>
      <vt:lpstr>PowerPoint Presentation</vt:lpstr>
      <vt:lpstr>PowerPoint Presentation</vt:lpstr>
      <vt:lpstr>PowerPoint Presentation</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c01</dc:title>
  <dc:creator>Stephen M.Peters</dc:creator>
  <cp:lastModifiedBy>Nguyễn Phương</cp:lastModifiedBy>
  <cp:revision>241</cp:revision>
  <dcterms:created xsi:type="dcterms:W3CDTF">2003-02-26T00:47:18Z</dcterms:created>
  <dcterms:modified xsi:type="dcterms:W3CDTF">2020-09-16T05:22:04Z</dcterms:modified>
</cp:coreProperties>
</file>