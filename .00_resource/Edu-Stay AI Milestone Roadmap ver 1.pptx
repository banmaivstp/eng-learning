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9.png"/><Relationship Id="rId7" Type="http://schemas.openxmlformats.org/officeDocument/2006/relationships/image" Target="../media/image4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1.png"/><Relationship Id="rId13" Type="http://schemas.openxmlformats.org/officeDocument/2006/relationships/image" Target="../media/image15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Relationship Id="rId1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Lộ trình </a:t>
            </a:r>
            <a:r>
              <a:rPr b="1" i="0" lang="en-US" sz="60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Milestones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160020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Phân chia các giai đoạn nâng cấp Edu-Stay AI để kiểm soát mã nguồn và tối ưu hóa trải nghiệm học tập Gen Z.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11811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Milestone 1: The Foundation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181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Xây dựng nền tảng đăng nhập và đồng bộ dữ liệu người dùng ổn định.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717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23875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67250"/>
            <a:ext cx="523875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2781300"/>
            <a:ext cx="11334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4400" y="2686050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Fix KeyError: 'sub'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323850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Xử lý triệt để lỗi truy cập ID người dùng bằng cách sử dụng phương thức .get() an toàn trong auth.py.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50101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14400" y="5819775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Supabase Upsert Sync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14400" y="6372225"/>
            <a:ext cx="45529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Đảm bảo mọi lần đăng nhập đều đồng bộ thông tin (Email, Name, Avatar) vào bảng profiles ngay lập tức.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2028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81087" y="51625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Xác thực &amp; </a:t>
            </a:r>
            <a:r>
              <a:rPr b="1" i="0" lang="en-US" sz="37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Hồ sơ người dùng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95275" y="11811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Milestone 2: Discovery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181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Mở rộng khả năng tìm kiếm nội dung thông qua hệ thống Scraper RSS Feed.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501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1453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71500" y="25622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Duyệt Kênh (Show):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Thay vì dán link lẻ, người dùng có thể khám phá toàn bộ danh sách tập từ một Show Podcast.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37147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Giao diện Card: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Hiển thị Title, Ngày đăng và Mô tả tóm tắt bằng các thẻ Glassmorphism hiện đại.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45624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Chọn bài tức thì: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 Một click để nạp Audio và chuẩn bị cho quá trình xử lý AI.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146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67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14862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Hệ thống </a:t>
            </a:r>
            <a:r>
              <a:rPr b="1" i="0" lang="en-US" sz="37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Podcast Scraper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5275" y="11811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Milestone 3: AI Experience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2181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Tích hợp trình phát nhạc nhúng và AI Generator để tạo môi trường học tập tập trung.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72050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533525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533525"/>
            <a:ext cx="3492549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981575"/>
            <a:ext cx="1102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914400" y="2686050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Embedded Audio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14400" y="323850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Nghe trực tiếp trên App với trình phát nhúng của Streamlit, hỗ trợ tua và điều chỉnh tốc độ.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2699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4692699" y="2686050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Whisper STT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692699" y="323850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Bóc băng âm thanh sang văn bản tiếng Anh chính xác 99% thông qua Groq Cloud API.</a:t>
            </a:r>
            <a:endParaRPr/>
          </a:p>
        </p:txBody>
      </p:sp>
      <p:pic>
        <p:nvPicPr>
          <p:cNvPr descr="image.png" id="159" name="Google Shape;15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0999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8470999" y="2686050"/>
            <a:ext cx="29470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Llama 3.1 Quiz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470999" y="323850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Tự động tạo 10 câu hỏi trắc nghiệm kèm giải thích tiếng Việt dựa trên Transcript.</a:t>
            </a:r>
            <a:endParaRPr/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6800" y="2028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78437" y="202882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623399" y="20288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Môi trường </a:t>
            </a:r>
            <a:r>
              <a:rPr b="1" i="0" lang="en-US" sz="37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Học tập AI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95275" y="11811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Milestone 4: Retention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1812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Lưu giữ tiến độ và thúc đẩy thói quen học tập qua các chỉ số Streak &amp; Dashboard.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571500" y="46624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"Hệ thống tự động ghi nhận Score và Duration ngay khi bấm Submit Quiz."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Thống kê &amp; </a:t>
            </a:r>
            <a:r>
              <a:rPr b="1" i="0" lang="en-US" sz="37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Tiến độ học tập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/>
          <p:nvPr/>
        </p:nvSpPr>
        <p:spPr>
          <a:xfrm>
            <a:off x="571500" y="3910012"/>
            <a:ext cx="11049000" cy="19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510733" y="410051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Tuần 1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571500" y="45100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Hoàn thành Milestone 1: Đăng nhập &amp; Auth Sync.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3383413" y="250983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Tuần 2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3444180" y="29194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Hoàn thành Milestone 2: RSS Scraper &amp; List.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6256094" y="4100512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Tuần 3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316860" y="4510087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Hoàn thành Milestone 3: AI STT &amp; Quiz Gen.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9128774" y="2509837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Tuần 4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9189541" y="29194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Hoàn thành Milestone 4: Streak &amp; Dashboard.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1710630" y="38338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4583310" y="38338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7455991" y="38338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10328671" y="3833812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Lịch trình </a:t>
            </a:r>
            <a:r>
              <a:rPr b="1" i="0" lang="en-US" sz="375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Triển khai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571500" y="1752600"/>
            <a:ext cx="52006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Tầm nhìn Gen Z Learning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71500" y="33147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Kiến tạo một không gian học tập năng động, nơi AI không chỉ là công cụ mà là người đồng hành cá nhân hóa tiến độ cho mỗi học sinh.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571500" y="4610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“Học tiếng Anh cực chill - Hiệu quả cực Real.”</a:t>
            </a:r>
            <a:endParaRPr/>
          </a:p>
        </p:txBody>
      </p:sp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295275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F5D4"/>
                </a:solidFill>
                <a:latin typeface="Urbanist"/>
                <a:ea typeface="Urbanist"/>
                <a:cs typeface="Urbanist"/>
                <a:sym typeface="Urbanist"/>
              </a:rPr>
              <a:t>Câu hỏi?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71500" y="1905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Chúng ta hãy bắt đầu với Milestone 1: Ổn định Auth &amp; Profile Sync.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571500" y="2590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www.edustay-ai.io | support@edustay-ai.io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/>
          <p:nvPr/>
        </p:nvSpPr>
        <p:spPr>
          <a:xfrm>
            <a:off x="571500" y="214714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293191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71500" y="371668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29223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29223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37071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37071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46900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46900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65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1666875" y="229001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https://static.vecteezy.com/system/resources/thumbnails/077/198/280/small_2x/digital-security-lock-icon-glowing-blue-on-dark-background-free-video.jpg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1666875" y="25357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813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1666875" y="307478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https://cdn.dribbble.com/userupload/42562312/file/original-e4c6ebf9edc824d72cf95df1e47f8182.png?format=webp&amp;resize=400x300&amp;vertical=center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666875" y="332050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dribbble.com</a:t>
            </a:r>
            <a:endParaRPr/>
          </a:p>
        </p:txBody>
      </p:sp>
      <p:pic>
        <p:nvPicPr>
          <p:cNvPr descr="image.png" id="238" name="Google Shape;23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52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1666875" y="385955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https://static.vecteezy.com/system/resources/previews/074/081/017/non_2x/futuristic-glowing-brain-neon-blue-light-digital-illustration-artificial-intelligence-technology-innovation-creativity-isolated-on-transparent-background-png.png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1666875" y="43033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480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66875" y="484242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https://media.istockphoto.com/id/1312598303/photo/black-girl-in-headphones-standing-with-laptop-at-studio.jpg?s=612x612&amp;w=0&amp;k=20&amp;c=lV0LaZJv4Ien4_z7wg33hcp0g0o6gZrETEY2XESjGlo=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66875" y="52862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