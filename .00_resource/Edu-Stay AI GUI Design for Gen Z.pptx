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12192000"/>
  <p:notesSz cx="6858000" cy="9144000"/>
  <p:embeddedFontLst>
    <p:embeddedFont>
      <p:font typeface="Poppins"/>
      <p:regular r:id="rId20"/>
      <p:bold r:id="rId21"/>
      <p:italic r:id="rId22"/>
      <p:boldItalic r:id="rId23"/>
    </p:embeddedFont>
    <p:embeddedFont>
      <p:font typeface="Urbanist Medium"/>
      <p:regular r:id="rId24"/>
      <p:bold r:id="rId25"/>
      <p:italic r:id="rId26"/>
      <p:boldItalic r:id="rId27"/>
    </p:embeddedFont>
    <p:embeddedFont>
      <p:font typeface="Urbanist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regular.fntdata"/><Relationship Id="rId22" Type="http://schemas.openxmlformats.org/officeDocument/2006/relationships/font" Target="fonts/Poppins-italic.fntdata"/><Relationship Id="rId21" Type="http://schemas.openxmlformats.org/officeDocument/2006/relationships/font" Target="fonts/Poppins-bold.fntdata"/><Relationship Id="rId24" Type="http://schemas.openxmlformats.org/officeDocument/2006/relationships/font" Target="fonts/UrbanistMedium-regular.fntdata"/><Relationship Id="rId23" Type="http://schemas.openxmlformats.org/officeDocument/2006/relationships/font" Target="fonts/Poppins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UrbanistMedium-italic.fntdata"/><Relationship Id="rId25" Type="http://schemas.openxmlformats.org/officeDocument/2006/relationships/font" Target="fonts/UrbanistMedium-bold.fntdata"/><Relationship Id="rId28" Type="http://schemas.openxmlformats.org/officeDocument/2006/relationships/font" Target="fonts/Urbanist-regular.fntdata"/><Relationship Id="rId27" Type="http://schemas.openxmlformats.org/officeDocument/2006/relationships/font" Target="fonts/UrbanistMedium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Urbanist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Urbanist-boldItalic.fntdata"/><Relationship Id="rId30" Type="http://schemas.openxmlformats.org/officeDocument/2006/relationships/font" Target="fonts/Urbanist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10" Type="http://schemas.openxmlformats.org/officeDocument/2006/relationships/image" Target="../media/image4.png"/><Relationship Id="rId9" Type="http://schemas.openxmlformats.org/officeDocument/2006/relationships/image" Target="../media/image15.png"/><Relationship Id="rId5" Type="http://schemas.openxmlformats.org/officeDocument/2006/relationships/image" Target="../media/image5.png"/><Relationship Id="rId6" Type="http://schemas.openxmlformats.org/officeDocument/2006/relationships/image" Target="../media/image33.png"/><Relationship Id="rId7" Type="http://schemas.openxmlformats.org/officeDocument/2006/relationships/image" Target="../media/image23.png"/><Relationship Id="rId8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8.png"/><Relationship Id="rId5" Type="http://schemas.openxmlformats.org/officeDocument/2006/relationships/image" Target="../media/image12.png"/><Relationship Id="rId6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11.png"/><Relationship Id="rId6" Type="http://schemas.openxmlformats.org/officeDocument/2006/relationships/image" Target="../media/image2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16.png"/><Relationship Id="rId6" Type="http://schemas.openxmlformats.org/officeDocument/2006/relationships/image" Target="../media/image18.png"/><Relationship Id="rId7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2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9.png"/><Relationship Id="rId4" Type="http://schemas.openxmlformats.org/officeDocument/2006/relationships/image" Target="../media/image24.png"/><Relationship Id="rId5" Type="http://schemas.openxmlformats.org/officeDocument/2006/relationships/image" Target="../media/image3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2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4.png"/><Relationship Id="rId4" Type="http://schemas.openxmlformats.org/officeDocument/2006/relationships/image" Target="../media/image21.png"/><Relationship Id="rId5" Type="http://schemas.openxmlformats.org/officeDocument/2006/relationships/image" Target="../media/image26.png"/><Relationship Id="rId6" Type="http://schemas.openxmlformats.org/officeDocument/2006/relationships/image" Target="../media/image30.png"/><Relationship Id="rId7" Type="http://schemas.openxmlformats.org/officeDocument/2006/relationships/image" Target="../media/image36.png"/><Relationship Id="rId8" Type="http://schemas.openxmlformats.org/officeDocument/2006/relationships/image" Target="../media/image2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41.png"/><Relationship Id="rId9" Type="http://schemas.openxmlformats.org/officeDocument/2006/relationships/image" Target="../media/image44.png"/><Relationship Id="rId5" Type="http://schemas.openxmlformats.org/officeDocument/2006/relationships/image" Target="../media/image25.png"/><Relationship Id="rId6" Type="http://schemas.openxmlformats.org/officeDocument/2006/relationships/image" Target="../media/image32.png"/><Relationship Id="rId7" Type="http://schemas.openxmlformats.org/officeDocument/2006/relationships/image" Target="../media/image40.png"/><Relationship Id="rId8" Type="http://schemas.openxmlformats.org/officeDocument/2006/relationships/image" Target="../media/image4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35.png"/><Relationship Id="rId5" Type="http://schemas.openxmlformats.org/officeDocument/2006/relationships/image" Target="../media/image37.png"/><Relationship Id="rId6" Type="http://schemas.openxmlformats.org/officeDocument/2006/relationships/image" Target="../media/image39.png"/><Relationship Id="rId7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D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441971" y="3242369"/>
            <a:ext cx="7307907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F5D4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THIẾT KẾ GUI CHO THẾ HỆ GEN Z</a:t>
            </a:r>
            <a:endParaRPr/>
          </a:p>
        </p:txBody>
      </p:sp>
      <p:sp>
        <p:nvSpPr>
          <p:cNvPr id="87" name="Google Shape;87;p13"/>
          <p:cNvSpPr/>
          <p:nvPr/>
        </p:nvSpPr>
        <p:spPr>
          <a:xfrm>
            <a:off x="5619601" y="4015680"/>
            <a:ext cx="952500" cy="38100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2441971" y="4339530"/>
            <a:ext cx="7307907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EEEEE"/>
                </a:solidFill>
                <a:latin typeface="Urbanist"/>
                <a:ea typeface="Urbanist"/>
                <a:cs typeface="Urbanist"/>
                <a:sym typeface="Urbanist"/>
              </a:rPr>
              <a:t>Giao diện tối giản, trải nghiệm năng động và cá nhân hóa tối đa cho học sinh, sinh viên.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2259274" y="2213669"/>
            <a:ext cx="7673302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Edu-Stay AI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D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4" name="Google Shape;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571500" y="3048000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F5D4"/>
                </a:solidFill>
                <a:latin typeface="Urbanist"/>
                <a:ea typeface="Urbanist"/>
                <a:cs typeface="Urbanist"/>
                <a:sym typeface="Urbanist"/>
              </a:rPr>
              <a:t>Năng động nhưng "lười":</a:t>
            </a:r>
            <a:r>
              <a:rPr b="0" i="0" lang="en-US" sz="1500" u="none" cap="none" strike="noStrike">
                <a:solidFill>
                  <a:srgbClr val="B0B0B0"/>
                </a:solidFill>
                <a:latin typeface="Urbanist"/>
                <a:ea typeface="Urbanist"/>
                <a:cs typeface="Urbanist"/>
                <a:sym typeface="Urbanist"/>
              </a:rPr>
              <a:t> Yêu cầu tốc độ truy cập cực nhanh, không qua nhiều bước trung gian.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571500" y="3657600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F5D4"/>
                </a:solidFill>
                <a:latin typeface="Urbanist"/>
                <a:ea typeface="Urbanist"/>
                <a:cs typeface="Urbanist"/>
                <a:sym typeface="Urbanist"/>
              </a:rPr>
              <a:t>Thích sự đơn giản:</a:t>
            </a:r>
            <a:r>
              <a:rPr b="0" i="0" lang="en-US" sz="1500" u="none" cap="none" strike="noStrike">
                <a:solidFill>
                  <a:srgbClr val="B0B0B0"/>
                </a:solidFill>
                <a:latin typeface="Urbanist"/>
                <a:ea typeface="Urbanist"/>
                <a:cs typeface="Urbanist"/>
                <a:sym typeface="Urbanist"/>
              </a:rPr>
              <a:t> Loại bỏ các menu phức tạp, tập trung vào nội dung chính (Audio &amp; Quiz).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571500" y="4267200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F5D4"/>
                </a:solidFill>
                <a:latin typeface="Urbanist"/>
                <a:ea typeface="Urbanist"/>
                <a:cs typeface="Urbanist"/>
                <a:sym typeface="Urbanist"/>
              </a:rPr>
              <a:t>Cá nhân hóa:</a:t>
            </a:r>
            <a:r>
              <a:rPr b="0" i="0" lang="en-US" sz="1500" u="none" cap="none" strike="noStrike">
                <a:solidFill>
                  <a:srgbClr val="B0B0B0"/>
                </a:solidFill>
                <a:latin typeface="Urbanist"/>
                <a:ea typeface="Urbanist"/>
                <a:cs typeface="Urbanist"/>
                <a:sym typeface="Urbanist"/>
              </a:rPr>
              <a:t> Cảm giác được làm chủ tiến trình học thông qua các chỉ số Streak và Dashboard trực quan.</a:t>
            </a:r>
            <a:endParaRPr/>
          </a:p>
        </p:txBody>
      </p:sp>
      <p:pic>
        <p:nvPicPr>
          <p:cNvPr descr="image.png" id="98" name="Google Shape;9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762000" y="1981200"/>
            <a:ext cx="500062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Tâm lý người dùng</a:t>
            </a:r>
            <a:endParaRPr/>
          </a:p>
        </p:txBody>
      </p:sp>
      <p:sp>
        <p:nvSpPr>
          <p:cNvPr id="100" name="Google Shape;100;p14"/>
          <p:cNvSpPr/>
          <p:nvPr/>
        </p:nvSpPr>
        <p:spPr>
          <a:xfrm>
            <a:off x="571500" y="1981200"/>
            <a:ext cx="76200" cy="685800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D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5" name="Google Shape;10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524375"/>
            <a:ext cx="11049000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638300"/>
            <a:ext cx="3492400" cy="2505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49650" y="1638300"/>
            <a:ext cx="3492549" cy="2505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27950" y="1638300"/>
            <a:ext cx="3492400" cy="2505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4533900"/>
            <a:ext cx="11029950" cy="2362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66775" y="1933575"/>
            <a:ext cx="2857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866775" y="2933700"/>
            <a:ext cx="29018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B0B0B0"/>
                </a:solidFill>
                <a:latin typeface="Urbanist"/>
                <a:ea typeface="Urbanist"/>
                <a:cs typeface="Urbanist"/>
                <a:sym typeface="Urbanist"/>
              </a:rPr>
              <a:t>Nền tối (#0D0D0D) giảm mỏi mắt, phù hợp thói quen học đêm của sinh viên.</a:t>
            </a:r>
            <a:endParaRPr/>
          </a:p>
        </p:txBody>
      </p:sp>
      <p:pic>
        <p:nvPicPr>
          <p:cNvPr descr="image.png" id="113" name="Google Shape;113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644925" y="1933575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44925" y="2933700"/>
            <a:ext cx="29019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B0B0B0"/>
                </a:solidFill>
                <a:latin typeface="Urbanist"/>
                <a:ea typeface="Urbanist"/>
                <a:cs typeface="Urbanist"/>
                <a:sym typeface="Urbanist"/>
              </a:rPr>
              <a:t>Sử dụng Neon Teal và Electric Blue tạo cảm giác công nghệ AI hiện đại.</a:t>
            </a:r>
            <a:endParaRPr/>
          </a:p>
        </p:txBody>
      </p:sp>
      <p:pic>
        <p:nvPicPr>
          <p:cNvPr descr="image.png" id="115" name="Google Shape;115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423225" y="1933575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/>
        </p:nvSpPr>
        <p:spPr>
          <a:xfrm>
            <a:off x="8423225" y="2933700"/>
            <a:ext cx="29018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B0B0B0"/>
                </a:solidFill>
                <a:latin typeface="Urbanist"/>
                <a:ea typeface="Urbanist"/>
                <a:cs typeface="Urbanist"/>
                <a:sym typeface="Urbanist"/>
              </a:rPr>
              <a:t>Các thẻ (cards) mờ đục với viền mỏng tạo chiều sâu và sự tinh tế.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762000" y="571500"/>
            <a:ext cx="1140142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Hệ thống nhận diện GUI</a:t>
            </a:r>
            <a:endParaRPr/>
          </a:p>
        </p:txBody>
      </p:sp>
      <p:sp>
        <p:nvSpPr>
          <p:cNvPr id="118" name="Google Shape;118;p15"/>
          <p:cNvSpPr/>
          <p:nvPr/>
        </p:nvSpPr>
        <p:spPr>
          <a:xfrm>
            <a:off x="571500" y="571500"/>
            <a:ext cx="76200" cy="685800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5"/>
          <p:cNvSpPr txBox="1"/>
          <p:nvPr/>
        </p:nvSpPr>
        <p:spPr>
          <a:xfrm>
            <a:off x="866775" y="2505075"/>
            <a:ext cx="3046943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Dark Mode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4644925" y="2505075"/>
            <a:ext cx="3047099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Accent Colors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8423225" y="2505075"/>
            <a:ext cx="3046943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Glassmorphism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D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6" name="Google Shape;12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995487"/>
            <a:ext cx="5238750" cy="3933825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6"/>
          <p:cNvSpPr txBox="1"/>
          <p:nvPr/>
        </p:nvSpPr>
        <p:spPr>
          <a:xfrm>
            <a:off x="571500" y="2941290"/>
            <a:ext cx="523875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F5D4"/>
                </a:solidFill>
                <a:latin typeface="Urbanist"/>
                <a:ea typeface="Urbanist"/>
                <a:cs typeface="Urbanist"/>
                <a:sym typeface="Urbanist"/>
              </a:rPr>
              <a:t>One-Tap Access</a:t>
            </a:r>
            <a:endParaRPr/>
          </a:p>
        </p:txBody>
      </p:sp>
      <p:pic>
        <p:nvPicPr>
          <p:cNvPr descr="image.png" id="129" name="Google Shape;129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2005012"/>
            <a:ext cx="5219700" cy="3914775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6"/>
          <p:cNvSpPr txBox="1"/>
          <p:nvPr/>
        </p:nvSpPr>
        <p:spPr>
          <a:xfrm>
            <a:off x="571500" y="3497460"/>
            <a:ext cx="5238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333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B0B0B0"/>
                </a:solidFill>
                <a:latin typeface="Urbanist"/>
                <a:ea typeface="Urbanist"/>
                <a:cs typeface="Urbanist"/>
                <a:sym typeface="Urbanist"/>
              </a:rPr>
              <a:t>Google OAuth 2.0 tích hợp sẵn.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571500" y="3992760"/>
            <a:ext cx="5238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333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B0B0B0"/>
                </a:solidFill>
                <a:latin typeface="Urbanist"/>
                <a:ea typeface="Urbanist"/>
                <a:cs typeface="Urbanist"/>
                <a:sym typeface="Urbanist"/>
              </a:rPr>
              <a:t>Tự động đồng bộ profile từ Gmail.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571500" y="4488060"/>
            <a:ext cx="5238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333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B0B0B0"/>
                </a:solidFill>
                <a:latin typeface="Urbanist"/>
                <a:ea typeface="Urbanist"/>
                <a:cs typeface="Urbanist"/>
                <a:sym typeface="Urbanist"/>
              </a:rPr>
              <a:t>Không cần tạo mật khẩu, không cần OTP.</a:t>
            </a:r>
            <a:endParaRPr/>
          </a:p>
        </p:txBody>
      </p:sp>
      <p:pic>
        <p:nvPicPr>
          <p:cNvPr descr="image.png" id="133" name="Google Shape;133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549848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045148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540448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6"/>
          <p:cNvSpPr txBox="1"/>
          <p:nvPr/>
        </p:nvSpPr>
        <p:spPr>
          <a:xfrm>
            <a:off x="762000" y="571500"/>
            <a:ext cx="1140142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Đăng nhập "Không ma sát"</a:t>
            </a:r>
            <a:endParaRPr/>
          </a:p>
        </p:txBody>
      </p:sp>
      <p:sp>
        <p:nvSpPr>
          <p:cNvPr id="137" name="Google Shape;137;p16"/>
          <p:cNvSpPr/>
          <p:nvPr/>
        </p:nvSpPr>
        <p:spPr>
          <a:xfrm>
            <a:off x="571500" y="571500"/>
            <a:ext cx="76200" cy="685800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D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2" name="Google Shape;14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638300"/>
            <a:ext cx="5238750" cy="5238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647950"/>
            <a:ext cx="5238750" cy="23241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7"/>
          <p:cNvSpPr txBox="1"/>
          <p:nvPr/>
        </p:nvSpPr>
        <p:spPr>
          <a:xfrm>
            <a:off x="571500" y="5257800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B0B0B0"/>
                </a:solidFill>
                <a:latin typeface="Urbanist"/>
                <a:ea typeface="Urbanist"/>
                <a:cs typeface="Urbanist"/>
                <a:sym typeface="Urbanist"/>
              </a:rPr>
              <a:t>Nút </a:t>
            </a:r>
            <a:r>
              <a:rPr b="1" i="0" lang="en-US" sz="1500" u="none" cap="none" strike="noStrike">
                <a:solidFill>
                  <a:srgbClr val="00F5D4"/>
                </a:solidFill>
                <a:latin typeface="Urbanist"/>
                <a:ea typeface="Urbanist"/>
                <a:cs typeface="Urbanist"/>
                <a:sym typeface="Urbanist"/>
              </a:rPr>
              <a:t>"Học tiếp bài cũ"</a:t>
            </a:r>
            <a:r>
              <a:rPr b="0" i="0" lang="en-US" sz="1500" u="none" cap="none" strike="noStrike">
                <a:solidFill>
                  <a:srgbClr val="B0B0B0"/>
                </a:solidFill>
                <a:latin typeface="Urbanist"/>
                <a:ea typeface="Urbanist"/>
                <a:cs typeface="Urbanist"/>
                <a:sym typeface="Urbanist"/>
              </a:rPr>
              <a:t> được ưu tiên lớn nhất tại trang chủ để người dùng vào việc ngay lập tức.</a:t>
            </a:r>
            <a:endParaRPr/>
          </a:p>
        </p:txBody>
      </p:sp>
      <p:pic>
        <p:nvPicPr>
          <p:cNvPr descr="image.png" id="146" name="Google Shape;146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91275" y="1647825"/>
            <a:ext cx="5219700" cy="521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7"/>
          <p:cNvSpPr txBox="1"/>
          <p:nvPr/>
        </p:nvSpPr>
        <p:spPr>
          <a:xfrm>
            <a:off x="952500" y="3028950"/>
            <a:ext cx="4476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B0B0B0"/>
                </a:solidFill>
                <a:latin typeface="Urbanist"/>
                <a:ea typeface="Urbanist"/>
                <a:cs typeface="Urbanist"/>
                <a:sym typeface="Urbanist"/>
              </a:rPr>
              <a:t>CHỈ SỐ STREAK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952500" y="3333750"/>
            <a:ext cx="447675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000000"/>
                </a:solidFill>
                <a:latin typeface="Urbanist"/>
                <a:ea typeface="Urbanist"/>
                <a:cs typeface="Urbanist"/>
                <a:sym typeface="Urbanist"/>
              </a:rPr>
              <a:t>🔥 12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952500" y="4286250"/>
            <a:ext cx="4476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B0B0B0"/>
                </a:solidFill>
                <a:latin typeface="Urbanist"/>
                <a:ea typeface="Urbanist"/>
                <a:cs typeface="Urbanist"/>
                <a:sym typeface="Urbanist"/>
              </a:rPr>
              <a:t>Ngày học liên tiếp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762000" y="571500"/>
            <a:ext cx="1140142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Dashboard thông minh</a:t>
            </a:r>
            <a:endParaRPr/>
          </a:p>
        </p:txBody>
      </p:sp>
      <p:sp>
        <p:nvSpPr>
          <p:cNvPr id="151" name="Google Shape;151;p17"/>
          <p:cNvSpPr/>
          <p:nvPr/>
        </p:nvSpPr>
        <p:spPr>
          <a:xfrm>
            <a:off x="571500" y="571500"/>
            <a:ext cx="76200" cy="685800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D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6" name="Google Shape;15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8"/>
          <p:cNvSpPr txBox="1"/>
          <p:nvPr/>
        </p:nvSpPr>
        <p:spPr>
          <a:xfrm>
            <a:off x="571500" y="3048000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F5D4"/>
                </a:solidFill>
                <a:latin typeface="Urbanist"/>
                <a:ea typeface="Urbanist"/>
                <a:cs typeface="Urbanist"/>
                <a:sym typeface="Urbanist"/>
              </a:rPr>
              <a:t>Dạng thẻ (Cards):</a:t>
            </a:r>
            <a:r>
              <a:rPr b="0" i="0" lang="en-US" sz="1500" u="none" cap="none" strike="noStrike">
                <a:solidFill>
                  <a:srgbClr val="B0B0B0"/>
                </a:solidFill>
                <a:latin typeface="Urbanist"/>
                <a:ea typeface="Urbanist"/>
                <a:cs typeface="Urbanist"/>
                <a:sym typeface="Urbanist"/>
              </a:rPr>
              <a:t> Hiển thị các Show Podcast với ảnh bìa lớn, bắt mắt.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571500" y="3657600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F5D4"/>
                </a:solidFill>
                <a:latin typeface="Urbanist"/>
                <a:ea typeface="Urbanist"/>
                <a:cs typeface="Urbanist"/>
                <a:sym typeface="Urbanist"/>
              </a:rPr>
              <a:t>Danh sách tập bài:</a:t>
            </a:r>
            <a:r>
              <a:rPr b="0" i="0" lang="en-US" sz="1500" u="none" cap="none" strike="noStrike">
                <a:solidFill>
                  <a:srgbClr val="B0B0B0"/>
                </a:solidFill>
                <a:latin typeface="Urbanist"/>
                <a:ea typeface="Urbanist"/>
                <a:cs typeface="Urbanist"/>
                <a:sym typeface="Urbanist"/>
              </a:rPr>
              <a:t> Liệt kê theo Title đơn giản, có trạng thái "Đã học" (Checkmark xanh) giúp dễ dàng theo dõi.</a:t>
            </a:r>
            <a:endParaRPr/>
          </a:p>
        </p:txBody>
      </p:sp>
      <p:sp>
        <p:nvSpPr>
          <p:cNvPr id="159" name="Google Shape;159;p18"/>
          <p:cNvSpPr txBox="1"/>
          <p:nvPr/>
        </p:nvSpPr>
        <p:spPr>
          <a:xfrm>
            <a:off x="571500" y="4267200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F5D4"/>
                </a:solidFill>
                <a:latin typeface="Urbanist"/>
                <a:ea typeface="Urbanist"/>
                <a:cs typeface="Urbanist"/>
                <a:sym typeface="Urbanist"/>
              </a:rPr>
              <a:t>Tìm kiếm thông minh:</a:t>
            </a:r>
            <a:r>
              <a:rPr b="0" i="0" lang="en-US" sz="1500" u="none" cap="none" strike="noStrike">
                <a:solidFill>
                  <a:srgbClr val="B0B0B0"/>
                </a:solidFill>
                <a:latin typeface="Urbanist"/>
                <a:ea typeface="Urbanist"/>
                <a:cs typeface="Urbanist"/>
                <a:sym typeface="Urbanist"/>
              </a:rPr>
              <a:t> Thanh search tối giản ngay đầu trang.</a:t>
            </a:r>
            <a:endParaRPr/>
          </a:p>
        </p:txBody>
      </p:sp>
      <p:pic>
        <p:nvPicPr>
          <p:cNvPr descr="image.png" id="160" name="Google Shape;160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8"/>
          <p:cNvSpPr txBox="1"/>
          <p:nvPr/>
        </p:nvSpPr>
        <p:spPr>
          <a:xfrm>
            <a:off x="762000" y="1981200"/>
            <a:ext cx="500062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Khám phá nội dung</a:t>
            </a:r>
            <a:endParaRPr/>
          </a:p>
        </p:txBody>
      </p:sp>
      <p:sp>
        <p:nvSpPr>
          <p:cNvPr id="162" name="Google Shape;162;p18"/>
          <p:cNvSpPr/>
          <p:nvPr/>
        </p:nvSpPr>
        <p:spPr>
          <a:xfrm>
            <a:off x="571500" y="1981200"/>
            <a:ext cx="76200" cy="685800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D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7" name="Google Shape;16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3862387"/>
            <a:ext cx="52387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3871912"/>
            <a:ext cx="521970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9"/>
          <p:cNvSpPr txBox="1"/>
          <p:nvPr/>
        </p:nvSpPr>
        <p:spPr>
          <a:xfrm>
            <a:off x="571500" y="3200400"/>
            <a:ext cx="52387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47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F5D4"/>
                </a:solidFill>
                <a:latin typeface="Urbanist"/>
                <a:ea typeface="Urbanist"/>
                <a:cs typeface="Urbanist"/>
                <a:sym typeface="Urbanist"/>
              </a:rPr>
              <a:t>Embedded Player:</a:t>
            </a:r>
            <a:r>
              <a:rPr b="0" i="0" lang="en-US" sz="1500" u="none" cap="none" strike="noStrike">
                <a:solidFill>
                  <a:srgbClr val="B0B0B0"/>
                </a:solidFill>
                <a:latin typeface="Urbanist"/>
                <a:ea typeface="Urbanist"/>
                <a:cs typeface="Urbanist"/>
                <a:sym typeface="Urbanist"/>
              </a:rPr>
              <a:t> Nghe trực tiếp không cần chuyển tab.</a:t>
            </a:r>
            <a:endParaRPr/>
          </a:p>
        </p:txBody>
      </p:sp>
      <p:sp>
        <p:nvSpPr>
          <p:cNvPr id="171" name="Google Shape;171;p19"/>
          <p:cNvSpPr txBox="1"/>
          <p:nvPr/>
        </p:nvSpPr>
        <p:spPr>
          <a:xfrm>
            <a:off x="571500" y="4114800"/>
            <a:ext cx="52387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095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F5D4"/>
                </a:solidFill>
                <a:latin typeface="Urbanist"/>
                <a:ea typeface="Urbanist"/>
                <a:cs typeface="Urbanist"/>
                <a:sym typeface="Urbanist"/>
              </a:rPr>
              <a:t>Auto-scroll Transcript:</a:t>
            </a:r>
            <a:r>
              <a:rPr b="0" i="0" lang="en-US" sz="1500" u="none" cap="none" strike="noStrike">
                <a:solidFill>
                  <a:srgbClr val="B0B0B0"/>
                </a:solidFill>
                <a:latin typeface="Urbanist"/>
                <a:ea typeface="Urbanist"/>
                <a:cs typeface="Urbanist"/>
                <a:sym typeface="Urbanist"/>
              </a:rPr>
              <a:t> Văn bản tự cuộn theo giọng đọc.</a:t>
            </a:r>
            <a:endParaRPr/>
          </a:p>
        </p:txBody>
      </p:sp>
      <p:pic>
        <p:nvPicPr>
          <p:cNvPr descr="image.png" id="172" name="Google Shape;172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209925"/>
            <a:ext cx="3048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124325"/>
            <a:ext cx="26670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9"/>
          <p:cNvSpPr txBox="1"/>
          <p:nvPr/>
        </p:nvSpPr>
        <p:spPr>
          <a:xfrm>
            <a:off x="762000" y="571500"/>
            <a:ext cx="1140142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Giao diện học tập (Detail)</a:t>
            </a:r>
            <a:endParaRPr/>
          </a:p>
        </p:txBody>
      </p:sp>
      <p:sp>
        <p:nvSpPr>
          <p:cNvPr id="175" name="Google Shape;175;p19"/>
          <p:cNvSpPr/>
          <p:nvPr/>
        </p:nvSpPr>
        <p:spPr>
          <a:xfrm>
            <a:off x="571500" y="571500"/>
            <a:ext cx="76200" cy="685800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D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0" name="Google Shape;18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0"/>
          <p:cNvSpPr txBox="1"/>
          <p:nvPr/>
        </p:nvSpPr>
        <p:spPr>
          <a:xfrm>
            <a:off x="571500" y="3390900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F5D4"/>
                </a:solidFill>
                <a:latin typeface="Urbanist"/>
                <a:ea typeface="Urbanist"/>
                <a:cs typeface="Urbanist"/>
                <a:sym typeface="Urbanist"/>
              </a:rPr>
              <a:t>Nút bấm lớn:</a:t>
            </a:r>
            <a:r>
              <a:rPr b="0" i="0" lang="en-US" sz="1500" u="none" cap="none" strike="noStrike">
                <a:solidFill>
                  <a:srgbClr val="B0B0B0"/>
                </a:solidFill>
                <a:latin typeface="Urbanist"/>
                <a:ea typeface="Urbanist"/>
                <a:cs typeface="Urbanist"/>
                <a:sym typeface="Urbanist"/>
              </a:rPr>
              <a:t> Dễ dàng tương tác trên cả điện thoại và máy tính.</a:t>
            </a:r>
            <a:endParaRPr/>
          </a:p>
        </p:txBody>
      </p:sp>
      <p:sp>
        <p:nvSpPr>
          <p:cNvPr id="182" name="Google Shape;182;p20"/>
          <p:cNvSpPr txBox="1"/>
          <p:nvPr/>
        </p:nvSpPr>
        <p:spPr>
          <a:xfrm>
            <a:off x="571500" y="4000500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F5D4"/>
                </a:solidFill>
                <a:latin typeface="Urbanist"/>
                <a:ea typeface="Urbanist"/>
                <a:cs typeface="Urbanist"/>
                <a:sym typeface="Urbanist"/>
              </a:rPr>
              <a:t>Phản hồi tức thì:</a:t>
            </a:r>
            <a:r>
              <a:rPr b="0" i="0" lang="en-US" sz="1500" u="none" cap="none" strike="noStrike">
                <a:solidFill>
                  <a:srgbClr val="B0B0B0"/>
                </a:solidFill>
                <a:latin typeface="Urbanist"/>
                <a:ea typeface="Urbanist"/>
                <a:cs typeface="Urbanist"/>
                <a:sym typeface="Urbanist"/>
              </a:rPr>
              <a:t> Chọn xong hiện kết quả Đúng/Sai bằng hiệu ứng màu sắc (Xanh/Đỏ) sinh động.</a:t>
            </a:r>
            <a:endParaRPr/>
          </a:p>
        </p:txBody>
      </p:sp>
      <p:sp>
        <p:nvSpPr>
          <p:cNvPr id="183" name="Google Shape;183;p20"/>
          <p:cNvSpPr txBox="1"/>
          <p:nvPr/>
        </p:nvSpPr>
        <p:spPr>
          <a:xfrm>
            <a:off x="571500" y="4610100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F5D4"/>
                </a:solidFill>
                <a:latin typeface="Urbanist"/>
                <a:ea typeface="Urbanist"/>
                <a:cs typeface="Urbanist"/>
                <a:sym typeface="Urbanist"/>
              </a:rPr>
              <a:t>10 câu hỏi:</a:t>
            </a:r>
            <a:r>
              <a:rPr b="0" i="0" lang="en-US" sz="1500" u="none" cap="none" strike="noStrike">
                <a:solidFill>
                  <a:srgbClr val="B0B0B0"/>
                </a:solidFill>
                <a:latin typeface="Urbanist"/>
                <a:ea typeface="Urbanist"/>
                <a:cs typeface="Urbanist"/>
                <a:sym typeface="Urbanist"/>
              </a:rPr>
              <a:t> Độ dài vừa đủ để không gây nản (Lazy-friendly).</a:t>
            </a:r>
            <a:endParaRPr/>
          </a:p>
        </p:txBody>
      </p:sp>
      <p:pic>
        <p:nvPicPr>
          <p:cNvPr descr="image.png" id="184" name="Google Shape;184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0"/>
          <p:cNvSpPr txBox="1"/>
          <p:nvPr/>
        </p:nvSpPr>
        <p:spPr>
          <a:xfrm>
            <a:off x="762000" y="1638300"/>
            <a:ext cx="5000625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Trắc nghiệm Gamified</a:t>
            </a:r>
            <a:endParaRPr/>
          </a:p>
        </p:txBody>
      </p:sp>
      <p:sp>
        <p:nvSpPr>
          <p:cNvPr id="186" name="Google Shape;186;p20"/>
          <p:cNvSpPr/>
          <p:nvPr/>
        </p:nvSpPr>
        <p:spPr>
          <a:xfrm>
            <a:off x="571500" y="1638300"/>
            <a:ext cx="76200" cy="1371600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D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1" name="Google Shape;19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819376"/>
            <a:ext cx="5238750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1"/>
          <p:cNvSpPr txBox="1"/>
          <p:nvPr/>
        </p:nvSpPr>
        <p:spPr>
          <a:xfrm>
            <a:off x="571500" y="2924026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B0B0B0"/>
                </a:solidFill>
                <a:latin typeface="Urbanist"/>
                <a:ea typeface="Urbanist"/>
                <a:cs typeface="Urbanist"/>
                <a:sym typeface="Urbanist"/>
              </a:rPr>
              <a:t>Hệ thống tự động dịch và giải thích các điểm ngữ pháp/từ vựng khó bằng </a:t>
            </a:r>
            <a:r>
              <a:rPr b="1" i="0" lang="en-US" sz="1500" u="none" cap="none" strike="noStrike">
                <a:solidFill>
                  <a:srgbClr val="00F5D4"/>
                </a:solidFill>
                <a:latin typeface="Urbanist"/>
                <a:ea typeface="Urbanist"/>
                <a:cs typeface="Urbanist"/>
                <a:sym typeface="Urbanist"/>
              </a:rPr>
              <a:t>tiếng Việt</a:t>
            </a:r>
            <a:r>
              <a:rPr b="0" i="0" lang="en-US" sz="1500" u="none" cap="none" strike="noStrike">
                <a:solidFill>
                  <a:srgbClr val="B0B0B0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pic>
        <p:nvPicPr>
          <p:cNvPr descr="image.png" id="194" name="Google Shape;194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48625" y="2935783"/>
            <a:ext cx="1905000" cy="1557783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1"/>
          <p:cNvSpPr txBox="1"/>
          <p:nvPr/>
        </p:nvSpPr>
        <p:spPr>
          <a:xfrm>
            <a:off x="6772275" y="4684067"/>
            <a:ext cx="4457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F5D4"/>
                </a:solidFill>
                <a:latin typeface="Urbanist"/>
                <a:ea typeface="Urbanist"/>
                <a:cs typeface="Urbanist"/>
                <a:sym typeface="Urbanist"/>
              </a:rPr>
              <a:t>Hỗ trợ ngôn ngữ bản địa</a:t>
            </a:r>
            <a:endParaRPr/>
          </a:p>
        </p:txBody>
      </p:sp>
      <p:sp>
        <p:nvSpPr>
          <p:cNvPr id="196" name="Google Shape;196;p21"/>
          <p:cNvSpPr txBox="1"/>
          <p:nvPr/>
        </p:nvSpPr>
        <p:spPr>
          <a:xfrm>
            <a:off x="904875" y="4105126"/>
            <a:ext cx="46196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"Tại sao chọn C? Cụm từ 'Break a leg' là một thành ngữ mang nghĩa chúc may mắn..."</a:t>
            </a:r>
            <a:endParaRPr/>
          </a:p>
        </p:txBody>
      </p:sp>
      <p:sp>
        <p:nvSpPr>
          <p:cNvPr id="197" name="Google Shape;197;p21"/>
          <p:cNvSpPr txBox="1"/>
          <p:nvPr/>
        </p:nvSpPr>
        <p:spPr>
          <a:xfrm>
            <a:off x="762000" y="571500"/>
            <a:ext cx="1140142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Giải thích AI tiếng Việt</a:t>
            </a:r>
            <a:endParaRPr/>
          </a:p>
        </p:txBody>
      </p:sp>
      <p:sp>
        <p:nvSpPr>
          <p:cNvPr id="198" name="Google Shape;198;p21"/>
          <p:cNvSpPr/>
          <p:nvPr/>
        </p:nvSpPr>
        <p:spPr>
          <a:xfrm>
            <a:off x="571500" y="571500"/>
            <a:ext cx="76200" cy="685800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D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3" name="Google Shape;20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638300"/>
            <a:ext cx="11049000" cy="4648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2"/>
          <p:cNvSpPr txBox="1"/>
          <p:nvPr/>
        </p:nvSpPr>
        <p:spPr>
          <a:xfrm>
            <a:off x="571500" y="5591175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B0B0B0"/>
                </a:solidFill>
                <a:latin typeface="Urbanist"/>
                <a:ea typeface="Urbanist"/>
                <a:cs typeface="Urbanist"/>
                <a:sym typeface="Urbanist"/>
              </a:rPr>
              <a:t>Biểu đồ thời gian học tập (phút) trong tuần - </a:t>
            </a:r>
            <a:r>
              <a:rPr b="1" i="0" lang="en-US" sz="1500" u="none" cap="none" strike="noStrike">
                <a:solidFill>
                  <a:srgbClr val="00F5D4"/>
                </a:solidFill>
                <a:latin typeface="Urbanist"/>
                <a:ea typeface="Urbanist"/>
                <a:cs typeface="Urbanist"/>
                <a:sym typeface="Urbanist"/>
              </a:rPr>
              <a:t>Dữ liệu trực quan, dễ hiểu.</a:t>
            </a:r>
            <a:endParaRPr/>
          </a:p>
        </p:txBody>
      </p:sp>
      <p:sp>
        <p:nvSpPr>
          <p:cNvPr id="206" name="Google Shape;206;p22"/>
          <p:cNvSpPr txBox="1"/>
          <p:nvPr/>
        </p:nvSpPr>
        <p:spPr>
          <a:xfrm>
            <a:off x="762000" y="571500"/>
            <a:ext cx="1140142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Thống kê tiến độ học</a:t>
            </a:r>
            <a:endParaRPr/>
          </a:p>
        </p:txBody>
      </p:sp>
      <p:sp>
        <p:nvSpPr>
          <p:cNvPr id="207" name="Google Shape;207;p22"/>
          <p:cNvSpPr/>
          <p:nvPr/>
        </p:nvSpPr>
        <p:spPr>
          <a:xfrm>
            <a:off x="571500" y="571500"/>
            <a:ext cx="76200" cy="685800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D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2" name="Google Shape;21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3" name="Google Shape;213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14612"/>
            <a:ext cx="3492400" cy="2695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4" name="Google Shape;214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650" y="2614612"/>
            <a:ext cx="3492549" cy="2695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5" name="Google Shape;215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27950" y="2614612"/>
            <a:ext cx="3492400" cy="2695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6" name="Google Shape;216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746200" y="2909887"/>
            <a:ext cx="1143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 txBox="1"/>
          <p:nvPr/>
        </p:nvSpPr>
        <p:spPr>
          <a:xfrm>
            <a:off x="866775" y="4710112"/>
            <a:ext cx="29018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B0B0B0"/>
                </a:solidFill>
                <a:latin typeface="Urbanist"/>
                <a:ea typeface="Urbanist"/>
                <a:cs typeface="Urbanist"/>
                <a:sym typeface="Urbanist"/>
              </a:rPr>
              <a:t>Học 7 ngày liên tiếp</a:t>
            </a:r>
            <a:endParaRPr/>
          </a:p>
        </p:txBody>
      </p:sp>
      <p:pic>
        <p:nvPicPr>
          <p:cNvPr descr="image.png" id="218" name="Google Shape;218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524351" y="2909887"/>
            <a:ext cx="1143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3"/>
          <p:cNvSpPr txBox="1"/>
          <p:nvPr/>
        </p:nvSpPr>
        <p:spPr>
          <a:xfrm>
            <a:off x="4644925" y="4710112"/>
            <a:ext cx="2901999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B0B0B0"/>
                </a:solidFill>
                <a:latin typeface="Urbanist"/>
                <a:ea typeface="Urbanist"/>
                <a:cs typeface="Urbanist"/>
                <a:sym typeface="Urbanist"/>
              </a:rPr>
              <a:t>Hoàn thành 50 bài học</a:t>
            </a:r>
            <a:endParaRPr/>
          </a:p>
        </p:txBody>
      </p:sp>
      <p:pic>
        <p:nvPicPr>
          <p:cNvPr descr="image.png" id="220" name="Google Shape;220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302650" y="2909887"/>
            <a:ext cx="1143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3"/>
          <p:cNvSpPr txBox="1"/>
          <p:nvPr/>
        </p:nvSpPr>
        <p:spPr>
          <a:xfrm>
            <a:off x="8423225" y="4710112"/>
            <a:ext cx="29018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B0B0B0"/>
                </a:solidFill>
                <a:latin typeface="Urbanist"/>
                <a:ea typeface="Urbanist"/>
                <a:cs typeface="Urbanist"/>
                <a:sym typeface="Urbanist"/>
              </a:rPr>
              <a:t>Đạt 10/10 trong 5 bài</a:t>
            </a:r>
            <a:endParaRPr/>
          </a:p>
        </p:txBody>
      </p:sp>
      <p:sp>
        <p:nvSpPr>
          <p:cNvPr id="222" name="Google Shape;222;p23"/>
          <p:cNvSpPr txBox="1"/>
          <p:nvPr/>
        </p:nvSpPr>
        <p:spPr>
          <a:xfrm>
            <a:off x="762000" y="571500"/>
            <a:ext cx="1140142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Hệ thống phần thưởng</a:t>
            </a:r>
            <a:endParaRPr/>
          </a:p>
        </p:txBody>
      </p:sp>
      <p:sp>
        <p:nvSpPr>
          <p:cNvPr id="223" name="Google Shape;223;p23"/>
          <p:cNvSpPr/>
          <p:nvPr/>
        </p:nvSpPr>
        <p:spPr>
          <a:xfrm>
            <a:off x="571500" y="571500"/>
            <a:ext cx="76200" cy="685800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3"/>
          <p:cNvSpPr txBox="1"/>
          <p:nvPr/>
        </p:nvSpPr>
        <p:spPr>
          <a:xfrm>
            <a:off x="794228" y="4281487"/>
            <a:ext cx="3046943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Chiến binh Streak</a:t>
            </a:r>
            <a:endParaRPr/>
          </a:p>
        </p:txBody>
      </p:sp>
      <p:sp>
        <p:nvSpPr>
          <p:cNvPr id="225" name="Google Shape;225;p23"/>
          <p:cNvSpPr txBox="1"/>
          <p:nvPr/>
        </p:nvSpPr>
        <p:spPr>
          <a:xfrm>
            <a:off x="4572375" y="4281487"/>
            <a:ext cx="3047099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Bậc thầy Nghe</a:t>
            </a:r>
            <a:endParaRPr/>
          </a:p>
        </p:txBody>
      </p:sp>
      <p:sp>
        <p:nvSpPr>
          <p:cNvPr id="226" name="Google Shape;226;p23"/>
          <p:cNvSpPr txBox="1"/>
          <p:nvPr/>
        </p:nvSpPr>
        <p:spPr>
          <a:xfrm>
            <a:off x="8350679" y="4281487"/>
            <a:ext cx="3046943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Trùm Quiz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1" name="Google Shape;23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4"/>
          <p:cNvSpPr txBox="1"/>
          <p:nvPr/>
        </p:nvSpPr>
        <p:spPr>
          <a:xfrm>
            <a:off x="571500" y="3322290"/>
            <a:ext cx="1104900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F5D4"/>
                </a:solidFill>
                <a:latin typeface="Urbanist"/>
                <a:ea typeface="Urbanist"/>
                <a:cs typeface="Urbanist"/>
                <a:sym typeface="Urbanist"/>
              </a:rPr>
              <a:t>Bạn có câu hỏi nào cho thiết kế này không?</a:t>
            </a:r>
            <a:endParaRPr/>
          </a:p>
        </p:txBody>
      </p:sp>
      <p:sp>
        <p:nvSpPr>
          <p:cNvPr id="233" name="Google Shape;233;p24"/>
          <p:cNvSpPr txBox="1"/>
          <p:nvPr/>
        </p:nvSpPr>
        <p:spPr>
          <a:xfrm>
            <a:off x="571500" y="422523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B0B0B0"/>
                </a:solidFill>
                <a:latin typeface="Urbanist"/>
                <a:ea typeface="Urbanist"/>
                <a:cs typeface="Urbanist"/>
                <a:sym typeface="Urbanist"/>
              </a:rPr>
              <a:t>Edu-Stay AI - Học Tiếng Anh Cực Chill</a:t>
            </a:r>
            <a:endParaRPr/>
          </a:p>
        </p:txBody>
      </p:sp>
      <p:sp>
        <p:nvSpPr>
          <p:cNvPr id="234" name="Google Shape;234;p24"/>
          <p:cNvSpPr txBox="1"/>
          <p:nvPr/>
        </p:nvSpPr>
        <p:spPr>
          <a:xfrm>
            <a:off x="571500" y="4530030"/>
            <a:ext cx="110490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0B0B0"/>
                </a:solidFill>
                <a:latin typeface="Urbanist"/>
                <a:ea typeface="Urbanist"/>
                <a:cs typeface="Urbanist"/>
                <a:sym typeface="Urbanist"/>
              </a:rPr>
              <a:t>www.edustay-ai.io | contact@edustay.io</a:t>
            </a:r>
            <a:endParaRPr/>
          </a:p>
        </p:txBody>
      </p:sp>
      <p:sp>
        <p:nvSpPr>
          <p:cNvPr id="235" name="Google Shape;235;p24"/>
          <p:cNvSpPr txBox="1"/>
          <p:nvPr/>
        </p:nvSpPr>
        <p:spPr>
          <a:xfrm>
            <a:off x="295275" y="2084040"/>
            <a:ext cx="1160145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00F5D4"/>
                </a:solidFill>
                <a:latin typeface="Poppins"/>
                <a:ea typeface="Poppins"/>
                <a:cs typeface="Poppins"/>
                <a:sym typeface="Poppins"/>
              </a:rPr>
              <a:t>CẢM ƠN!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D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0" name="Google Shape;24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5"/>
          <p:cNvSpPr/>
          <p:nvPr/>
        </p:nvSpPr>
        <p:spPr>
          <a:xfrm>
            <a:off x="571500" y="1638300"/>
            <a:ext cx="11049000" cy="982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5"/>
          <p:cNvSpPr/>
          <p:nvPr/>
        </p:nvSpPr>
        <p:spPr>
          <a:xfrm>
            <a:off x="571500" y="2621160"/>
            <a:ext cx="11049000" cy="982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5"/>
          <p:cNvSpPr/>
          <p:nvPr/>
        </p:nvSpPr>
        <p:spPr>
          <a:xfrm>
            <a:off x="571500" y="3604021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5"/>
          <p:cNvSpPr/>
          <p:nvPr/>
        </p:nvSpPr>
        <p:spPr>
          <a:xfrm>
            <a:off x="571500" y="4388792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5"/>
          <p:cNvSpPr/>
          <p:nvPr/>
        </p:nvSpPr>
        <p:spPr>
          <a:xfrm>
            <a:off x="571500" y="5173563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5"/>
          <p:cNvSpPr/>
          <p:nvPr/>
        </p:nvSpPr>
        <p:spPr>
          <a:xfrm>
            <a:off x="571500" y="261163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5"/>
          <p:cNvSpPr/>
          <p:nvPr/>
        </p:nvSpPr>
        <p:spPr>
          <a:xfrm>
            <a:off x="571500" y="261163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5"/>
          <p:cNvSpPr/>
          <p:nvPr/>
        </p:nvSpPr>
        <p:spPr>
          <a:xfrm>
            <a:off x="571500" y="3594496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5"/>
          <p:cNvSpPr/>
          <p:nvPr/>
        </p:nvSpPr>
        <p:spPr>
          <a:xfrm>
            <a:off x="571500" y="3594496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5"/>
          <p:cNvSpPr/>
          <p:nvPr/>
        </p:nvSpPr>
        <p:spPr>
          <a:xfrm>
            <a:off x="571500" y="437926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5"/>
          <p:cNvSpPr/>
          <p:nvPr/>
        </p:nvSpPr>
        <p:spPr>
          <a:xfrm>
            <a:off x="571500" y="437926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5"/>
          <p:cNvSpPr/>
          <p:nvPr/>
        </p:nvSpPr>
        <p:spPr>
          <a:xfrm>
            <a:off x="571500" y="516403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5"/>
          <p:cNvSpPr/>
          <p:nvPr/>
        </p:nvSpPr>
        <p:spPr>
          <a:xfrm>
            <a:off x="571500" y="516403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5"/>
          <p:cNvSpPr/>
          <p:nvPr/>
        </p:nvSpPr>
        <p:spPr>
          <a:xfrm>
            <a:off x="571500" y="594880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5"/>
          <p:cNvSpPr/>
          <p:nvPr/>
        </p:nvSpPr>
        <p:spPr>
          <a:xfrm>
            <a:off x="571500" y="594880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56" name="Google Shape;256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88684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25"/>
          <p:cNvSpPr txBox="1"/>
          <p:nvPr/>
        </p:nvSpPr>
        <p:spPr>
          <a:xfrm>
            <a:off x="1666875" y="1781175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B0B0B0"/>
                </a:solidFill>
                <a:latin typeface="Urbanist"/>
                <a:ea typeface="Urbanist"/>
                <a:cs typeface="Urbanist"/>
                <a:sym typeface="Urbanist"/>
              </a:rPr>
              <a:t>https://static.vecteezy.com/system/resources/previews/075/909/148/large_2x/laptop-kitchen-and-student-with-music-headphones-to-listen-to-rock-song-while-working-on-research-project-young-gen-z-man-relax-at-home-while-streaming-audio-podcast-or-radio-for-peace-and-wellness-photo.jpg</a:t>
            </a:r>
            <a:endParaRPr/>
          </a:p>
        </p:txBody>
      </p:sp>
      <p:sp>
        <p:nvSpPr>
          <p:cNvPr id="258" name="Google Shape;258;p25"/>
          <p:cNvSpPr txBox="1"/>
          <p:nvPr/>
        </p:nvSpPr>
        <p:spPr>
          <a:xfrm>
            <a:off x="1666875" y="2224980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0B0B0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www.vecteezy.com</a:t>
            </a:r>
            <a:endParaRPr/>
          </a:p>
        </p:txBody>
      </p:sp>
      <p:pic>
        <p:nvPicPr>
          <p:cNvPr descr="image.png" id="259" name="Google Shape;259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869703"/>
            <a:ext cx="180975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5"/>
          <p:cNvSpPr txBox="1"/>
          <p:nvPr/>
        </p:nvSpPr>
        <p:spPr>
          <a:xfrm>
            <a:off x="1666875" y="2764035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B0B0B0"/>
                </a:solidFill>
                <a:latin typeface="Urbanist"/>
                <a:ea typeface="Urbanist"/>
                <a:cs typeface="Urbanist"/>
                <a:sym typeface="Urbanist"/>
              </a:rPr>
              <a:t>https://elements-resized.envatousercontent.com/elements-cover-images/1b9cd51e-3276-41cf-be21-126c3286b410?w=433&amp;cf_fit=scale-down&amp;q=85&amp;format=auto&amp;s=76185856d56c18a970e409bd6efa660b680c9eca6f670e033a678f2f904a251b</a:t>
            </a:r>
            <a:endParaRPr/>
          </a:p>
        </p:txBody>
      </p:sp>
      <p:sp>
        <p:nvSpPr>
          <p:cNvPr id="261" name="Google Shape;261;p25"/>
          <p:cNvSpPr txBox="1"/>
          <p:nvPr/>
        </p:nvSpPr>
        <p:spPr>
          <a:xfrm>
            <a:off x="1666875" y="3207841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0B0B0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elements.envato.com</a:t>
            </a:r>
            <a:endParaRPr/>
          </a:p>
        </p:txBody>
      </p:sp>
      <p:pic>
        <p:nvPicPr>
          <p:cNvPr descr="image.png" id="262" name="Google Shape;262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75344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5"/>
          <p:cNvSpPr txBox="1"/>
          <p:nvPr/>
        </p:nvSpPr>
        <p:spPr>
          <a:xfrm>
            <a:off x="1666875" y="3746896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B0B0B0"/>
                </a:solidFill>
                <a:latin typeface="Urbanist"/>
                <a:ea typeface="Urbanist"/>
                <a:cs typeface="Urbanist"/>
                <a:sym typeface="Urbanist"/>
              </a:rPr>
              <a:t>https://cdn.dribbble.com/userupload/47086666/file/a435a7d04ef117598b1aa8034fd968cc.png?format=webp&amp;resize=400x300&amp;vertical=center</a:t>
            </a:r>
            <a:endParaRPr/>
          </a:p>
        </p:txBody>
      </p:sp>
      <p:sp>
        <p:nvSpPr>
          <p:cNvPr id="264" name="Google Shape;264;p25"/>
          <p:cNvSpPr txBox="1"/>
          <p:nvPr/>
        </p:nvSpPr>
        <p:spPr>
          <a:xfrm>
            <a:off x="1666875" y="3992612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0B0B0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dribbble.com</a:t>
            </a:r>
            <a:endParaRPr/>
          </a:p>
        </p:txBody>
      </p:sp>
      <p:pic>
        <p:nvPicPr>
          <p:cNvPr descr="image.png" id="265" name="Google Shape;265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53821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5"/>
          <p:cNvSpPr txBox="1"/>
          <p:nvPr/>
        </p:nvSpPr>
        <p:spPr>
          <a:xfrm>
            <a:off x="1666875" y="4531667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B0B0B0"/>
                </a:solidFill>
                <a:latin typeface="Urbanist"/>
                <a:ea typeface="Urbanist"/>
                <a:cs typeface="Urbanist"/>
                <a:sym typeface="Urbanist"/>
              </a:rPr>
              <a:t>https://cdn-images-1.medium.com/max/800/0*7ZEt9p7-0rKVgeRX.jpg</a:t>
            </a:r>
            <a:endParaRPr/>
          </a:p>
        </p:txBody>
      </p:sp>
      <p:sp>
        <p:nvSpPr>
          <p:cNvPr id="267" name="Google Shape;267;p25"/>
          <p:cNvSpPr txBox="1"/>
          <p:nvPr/>
        </p:nvSpPr>
        <p:spPr>
          <a:xfrm>
            <a:off x="1666875" y="4777382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0B0B0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muz.li</a:t>
            </a:r>
            <a:endParaRPr/>
          </a:p>
        </p:txBody>
      </p:sp>
      <p:pic>
        <p:nvPicPr>
          <p:cNvPr descr="image.png" id="268" name="Google Shape;268;p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532298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5"/>
          <p:cNvSpPr txBox="1"/>
          <p:nvPr/>
        </p:nvSpPr>
        <p:spPr>
          <a:xfrm>
            <a:off x="1666875" y="5316438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B0B0B0"/>
                </a:solidFill>
                <a:latin typeface="Urbanist"/>
                <a:ea typeface="Urbanist"/>
                <a:cs typeface="Urbanist"/>
                <a:sym typeface="Urbanist"/>
              </a:rPr>
              <a:t>https://uizard.io/static/26fa474820cecfc40ab45661d7138b32/a8e47/1fd0ed99403f878572cb8cd982731d5fcd3378f6-1440x835.png</a:t>
            </a:r>
            <a:endParaRPr/>
          </a:p>
        </p:txBody>
      </p:sp>
      <p:sp>
        <p:nvSpPr>
          <p:cNvPr id="270" name="Google Shape;270;p25"/>
          <p:cNvSpPr txBox="1"/>
          <p:nvPr/>
        </p:nvSpPr>
        <p:spPr>
          <a:xfrm>
            <a:off x="1666875" y="5562153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0B0B0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uizard.io</a:t>
            </a:r>
            <a:endParaRPr/>
          </a:p>
        </p:txBody>
      </p:sp>
      <p:pic>
        <p:nvPicPr>
          <p:cNvPr descr="image.png" id="271" name="Google Shape;271;p2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6206876"/>
            <a:ext cx="180975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5"/>
          <p:cNvSpPr txBox="1"/>
          <p:nvPr/>
        </p:nvSpPr>
        <p:spPr>
          <a:xfrm>
            <a:off x="1666875" y="6101208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B0B0B0"/>
                </a:solidFill>
                <a:latin typeface="Urbanist"/>
                <a:ea typeface="Urbanist"/>
                <a:cs typeface="Urbanist"/>
                <a:sym typeface="Urbanist"/>
              </a:rPr>
              <a:t>https://elements-resized.envatousercontent.com/elements-video-cover-images/files/473400638/Music%20Player%20Preview%20Image%20v2_00000.png?w=500&amp;cf_fit=cover&amp;q=85&amp;format=auto&amp;s=307841c229c53c16d59afbe96619a2336721b9d7fbe7ff14db7b4fd876caebc7</a:t>
            </a:r>
            <a:endParaRPr/>
          </a:p>
        </p:txBody>
      </p:sp>
      <p:sp>
        <p:nvSpPr>
          <p:cNvPr id="273" name="Google Shape;273;p25"/>
          <p:cNvSpPr txBox="1"/>
          <p:nvPr/>
        </p:nvSpPr>
        <p:spPr>
          <a:xfrm>
            <a:off x="1666875" y="6545014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0B0B0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elements.envato.com</a:t>
            </a:r>
            <a:endParaRPr/>
          </a:p>
        </p:txBody>
      </p:sp>
      <p:sp>
        <p:nvSpPr>
          <p:cNvPr id="274" name="Google Shape;274;p25"/>
          <p:cNvSpPr txBox="1"/>
          <p:nvPr/>
        </p:nvSpPr>
        <p:spPr>
          <a:xfrm>
            <a:off x="762000" y="571500"/>
            <a:ext cx="1140142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Image Sources</a:t>
            </a:r>
            <a:endParaRPr/>
          </a:p>
        </p:txBody>
      </p:sp>
      <p:sp>
        <p:nvSpPr>
          <p:cNvPr id="275" name="Google Shape;275;p25"/>
          <p:cNvSpPr/>
          <p:nvPr/>
        </p:nvSpPr>
        <p:spPr>
          <a:xfrm>
            <a:off x="571500" y="571500"/>
            <a:ext cx="76200" cy="685800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D"/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0" name="Google Shape;280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6"/>
          <p:cNvSpPr/>
          <p:nvPr/>
        </p:nvSpPr>
        <p:spPr>
          <a:xfrm>
            <a:off x="571500" y="2397621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6"/>
          <p:cNvSpPr/>
          <p:nvPr/>
        </p:nvSpPr>
        <p:spPr>
          <a:xfrm>
            <a:off x="571500" y="3182391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6"/>
          <p:cNvSpPr/>
          <p:nvPr/>
        </p:nvSpPr>
        <p:spPr>
          <a:xfrm>
            <a:off x="571500" y="3967162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6"/>
          <p:cNvSpPr/>
          <p:nvPr/>
        </p:nvSpPr>
        <p:spPr>
          <a:xfrm>
            <a:off x="571500" y="3172866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6"/>
          <p:cNvSpPr/>
          <p:nvPr/>
        </p:nvSpPr>
        <p:spPr>
          <a:xfrm>
            <a:off x="571500" y="3172866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6"/>
          <p:cNvSpPr/>
          <p:nvPr/>
        </p:nvSpPr>
        <p:spPr>
          <a:xfrm>
            <a:off x="571500" y="395763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6"/>
          <p:cNvSpPr/>
          <p:nvPr/>
        </p:nvSpPr>
        <p:spPr>
          <a:xfrm>
            <a:off x="571500" y="395763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6"/>
          <p:cNvSpPr/>
          <p:nvPr/>
        </p:nvSpPr>
        <p:spPr>
          <a:xfrm>
            <a:off x="571500" y="474240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6"/>
          <p:cNvSpPr/>
          <p:nvPr/>
        </p:nvSpPr>
        <p:spPr>
          <a:xfrm>
            <a:off x="571500" y="474240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90" name="Google Shape;290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4704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26"/>
          <p:cNvSpPr txBox="1"/>
          <p:nvPr/>
        </p:nvSpPr>
        <p:spPr>
          <a:xfrm>
            <a:off x="1666875" y="2540496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B0B0B0"/>
                </a:solidFill>
                <a:latin typeface="Urbanist"/>
                <a:ea typeface="Urbanist"/>
                <a:cs typeface="Urbanist"/>
                <a:sym typeface="Urbanist"/>
              </a:rPr>
              <a:t>https://cdn.dribbble.com/userupload/46550340/file/9e7a775d9daf378fc7458012cc9a5c36.png?resize=400x0</a:t>
            </a:r>
            <a:endParaRPr/>
          </a:p>
        </p:txBody>
      </p:sp>
      <p:sp>
        <p:nvSpPr>
          <p:cNvPr id="292" name="Google Shape;292;p26"/>
          <p:cNvSpPr txBox="1"/>
          <p:nvPr/>
        </p:nvSpPr>
        <p:spPr>
          <a:xfrm>
            <a:off x="1666875" y="2786211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0B0B0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dribbble.com</a:t>
            </a:r>
            <a:endParaRPr/>
          </a:p>
        </p:txBody>
      </p:sp>
      <p:pic>
        <p:nvPicPr>
          <p:cNvPr descr="image.png" id="293" name="Google Shape;293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33181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26"/>
          <p:cNvSpPr txBox="1"/>
          <p:nvPr/>
        </p:nvSpPr>
        <p:spPr>
          <a:xfrm>
            <a:off x="1666875" y="3325266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B0B0B0"/>
                </a:solidFill>
                <a:latin typeface="Urbanist"/>
                <a:ea typeface="Urbanist"/>
                <a:cs typeface="Urbanist"/>
                <a:sym typeface="Urbanist"/>
              </a:rPr>
              <a:t>https://static.vecteezy.com/system/resources/thumbnails/006/076/010/small/vietnam-flag-national-asia-emblem-icon-illustration-abstract-design-element-free-vector.jpg</a:t>
            </a:r>
            <a:endParaRPr/>
          </a:p>
        </p:txBody>
      </p:sp>
      <p:sp>
        <p:nvSpPr>
          <p:cNvPr id="295" name="Google Shape;295;p26"/>
          <p:cNvSpPr txBox="1"/>
          <p:nvPr/>
        </p:nvSpPr>
        <p:spPr>
          <a:xfrm>
            <a:off x="1666875" y="3570982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0B0B0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www.vecteezy.com</a:t>
            </a:r>
            <a:endParaRPr/>
          </a:p>
        </p:txBody>
      </p:sp>
      <p:pic>
        <p:nvPicPr>
          <p:cNvPr descr="image.png" id="296" name="Google Shape;296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11658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26"/>
          <p:cNvSpPr txBox="1"/>
          <p:nvPr/>
        </p:nvSpPr>
        <p:spPr>
          <a:xfrm>
            <a:off x="1666875" y="4110037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B0B0B0"/>
                </a:solidFill>
                <a:latin typeface="Urbanist"/>
                <a:ea typeface="Urbanist"/>
                <a:cs typeface="Urbanist"/>
                <a:sym typeface="Urbanist"/>
              </a:rPr>
              <a:t>https://static.vecteezy.com/system/resources/thumbnails/015/005/839/small/pack-of-success-flat-icons-vector.jpg</a:t>
            </a:r>
            <a:endParaRPr/>
          </a:p>
        </p:txBody>
      </p:sp>
      <p:sp>
        <p:nvSpPr>
          <p:cNvPr id="298" name="Google Shape;298;p26"/>
          <p:cNvSpPr txBox="1"/>
          <p:nvPr/>
        </p:nvSpPr>
        <p:spPr>
          <a:xfrm>
            <a:off x="1666875" y="4355752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0B0B0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www.vecteezy.com</a:t>
            </a:r>
            <a:endParaRPr/>
          </a:p>
        </p:txBody>
      </p:sp>
      <p:pic>
        <p:nvPicPr>
          <p:cNvPr descr="image.png" id="299" name="Google Shape;299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90135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6"/>
          <p:cNvSpPr txBox="1"/>
          <p:nvPr/>
        </p:nvSpPr>
        <p:spPr>
          <a:xfrm>
            <a:off x="1666875" y="4894808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B0B0B0"/>
                </a:solidFill>
                <a:latin typeface="Urbanist"/>
                <a:ea typeface="Urbanist"/>
                <a:cs typeface="Urbanist"/>
                <a:sym typeface="Urbanist"/>
              </a:rPr>
              <a:t>https://slidesdepot.com/wp-content/uploads/2026/01/futuristic-blue-background-presentation-powerpoint-google-slides.jpg.jpg</a:t>
            </a:r>
            <a:endParaRPr/>
          </a:p>
        </p:txBody>
      </p:sp>
      <p:sp>
        <p:nvSpPr>
          <p:cNvPr id="301" name="Google Shape;301;p26"/>
          <p:cNvSpPr txBox="1"/>
          <p:nvPr/>
        </p:nvSpPr>
        <p:spPr>
          <a:xfrm>
            <a:off x="1666875" y="5140523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0B0B0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slidesdepot.com</a:t>
            </a:r>
            <a:endParaRPr/>
          </a:p>
        </p:txBody>
      </p:sp>
      <p:sp>
        <p:nvSpPr>
          <p:cNvPr id="302" name="Google Shape;302;p26"/>
          <p:cNvSpPr txBox="1"/>
          <p:nvPr/>
        </p:nvSpPr>
        <p:spPr>
          <a:xfrm>
            <a:off x="762000" y="571500"/>
            <a:ext cx="1140142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Image Sources</a:t>
            </a:r>
            <a:endParaRPr/>
          </a:p>
        </p:txBody>
      </p:sp>
      <p:sp>
        <p:nvSpPr>
          <p:cNvPr id="303" name="Google Shape;303;p26"/>
          <p:cNvSpPr/>
          <p:nvPr/>
        </p:nvSpPr>
        <p:spPr>
          <a:xfrm>
            <a:off x="571500" y="571500"/>
            <a:ext cx="76200" cy="685800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